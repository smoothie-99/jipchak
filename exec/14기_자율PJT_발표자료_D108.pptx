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2"/>
  </p:notesMasterIdLst>
  <p:sldIdLst>
    <p:sldId id="256" r:id="rId2"/>
    <p:sldId id="339" r:id="rId3"/>
    <p:sldId id="341" r:id="rId4"/>
    <p:sldId id="259" r:id="rId5"/>
    <p:sldId id="342" r:id="rId6"/>
    <p:sldId id="338" r:id="rId7"/>
    <p:sldId id="264" r:id="rId8"/>
    <p:sldId id="273" r:id="rId9"/>
    <p:sldId id="268" r:id="rId10"/>
    <p:sldId id="275" r:id="rId11"/>
    <p:sldId id="276" r:id="rId12"/>
    <p:sldId id="352" r:id="rId13"/>
    <p:sldId id="351" r:id="rId14"/>
    <p:sldId id="279" r:id="rId15"/>
    <p:sldId id="284" r:id="rId16"/>
    <p:sldId id="346" r:id="rId17"/>
    <p:sldId id="333" r:id="rId18"/>
    <p:sldId id="334" r:id="rId19"/>
    <p:sldId id="336" r:id="rId20"/>
    <p:sldId id="347" r:id="rId21"/>
    <p:sldId id="348" r:id="rId22"/>
    <p:sldId id="322" r:id="rId23"/>
    <p:sldId id="325" r:id="rId24"/>
    <p:sldId id="326" r:id="rId25"/>
    <p:sldId id="349" r:id="rId26"/>
    <p:sldId id="350" r:id="rId27"/>
    <p:sldId id="328" r:id="rId28"/>
    <p:sldId id="329" r:id="rId29"/>
    <p:sldId id="330" r:id="rId30"/>
    <p:sldId id="269" r:id="rId31"/>
    <p:sldId id="270" r:id="rId32"/>
    <p:sldId id="366" r:id="rId33"/>
    <p:sldId id="303" r:id="rId34"/>
    <p:sldId id="354" r:id="rId35"/>
    <p:sldId id="358" r:id="rId36"/>
    <p:sldId id="355" r:id="rId37"/>
    <p:sldId id="363" r:id="rId38"/>
    <p:sldId id="364" r:id="rId39"/>
    <p:sldId id="359" r:id="rId40"/>
    <p:sldId id="357" r:id="rId41"/>
    <p:sldId id="356" r:id="rId42"/>
    <p:sldId id="365" r:id="rId43"/>
    <p:sldId id="361" r:id="rId44"/>
    <p:sldId id="360" r:id="rId45"/>
    <p:sldId id="271" r:id="rId46"/>
    <p:sldId id="257" r:id="rId47"/>
    <p:sldId id="262" r:id="rId48"/>
    <p:sldId id="304" r:id="rId49"/>
    <p:sldId id="305" r:id="rId50"/>
    <p:sldId id="310" r:id="rId51"/>
    <p:sldId id="311" r:id="rId52"/>
    <p:sldId id="312" r:id="rId53"/>
    <p:sldId id="313" r:id="rId54"/>
    <p:sldId id="308" r:id="rId55"/>
    <p:sldId id="272" r:id="rId56"/>
    <p:sldId id="280" r:id="rId57"/>
    <p:sldId id="282" r:id="rId58"/>
    <p:sldId id="367" r:id="rId59"/>
    <p:sldId id="261" r:id="rId60"/>
    <p:sldId id="263" r:id="rId6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3"/>
    </p:embeddedFont>
    <p:embeddedFont>
      <p:font typeface="G마켓 산스 TTF Medium" panose="02000000000000000000" pitchFamily="2" charset="-127"/>
      <p:regular r:id="rId64"/>
    </p:embeddedFont>
    <p:embeddedFont>
      <p:font typeface="나눔고딕 ExtraBold" panose="020D0904000000000000" pitchFamily="50" charset="-127"/>
      <p:bold r:id="rId65"/>
    </p:embeddedFont>
    <p:embeddedFont>
      <p:font typeface="맑은 고딕" panose="020B0503020000020004" pitchFamily="50" charset="-127"/>
      <p:regular r:id="rId66"/>
      <p:bold r:id="rId67"/>
    </p:embeddedFont>
    <p:embeddedFont>
      <p:font typeface="배달의민족 도현" panose="020B0600000101010101" pitchFamily="50" charset="-127"/>
      <p:regular r:id="rId6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B"/>
    <a:srgbClr val="BC1142"/>
    <a:srgbClr val="F68536"/>
    <a:srgbClr val="FFD213"/>
    <a:srgbClr val="FFFFCC"/>
    <a:srgbClr val="FFFDF7"/>
    <a:srgbClr val="007481"/>
    <a:srgbClr val="FFFFFF"/>
    <a:srgbClr val="2396EE"/>
    <a:srgbClr val="673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5338" autoAdjust="0"/>
  </p:normalViewPr>
  <p:slideViewPr>
    <p:cSldViewPr snapToGrid="0">
      <p:cViewPr varScale="1">
        <p:scale>
          <a:sx n="86" d="100"/>
          <a:sy n="86" d="100"/>
        </p:scale>
        <p:origin x="315" y="45"/>
      </p:cViewPr>
      <p:guideLst/>
    </p:cSldViewPr>
  </p:slideViewPr>
  <p:outlineViewPr>
    <p:cViewPr>
      <p:scale>
        <a:sx n="33" d="100"/>
        <a:sy n="33" d="100"/>
      </p:scale>
      <p:origin x="0" y="-683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BC588-7965-4845-94E2-A2E8894C4397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C968B-5215-4525-B674-1CC9CBF1FF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854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C968B-5215-4525-B674-1CC9CBF1FF76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314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C968B-5215-4525-B674-1CC9CBF1FF7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694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2D68B-ACB5-4F09-A8D1-85C37D016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291817-CFA7-4EF3-B9EE-9368AB46B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C47CE-EF3D-4255-A17A-547B6E89F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04C974-1291-46FD-9B63-C9DDE2AC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DA26F-86D4-4EA0-9F83-B6601EE3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7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37AD5-C954-4AA6-AC44-11A00148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0BBE3-94BB-4107-BFC7-36D88807A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9E7BE-0C9C-48DD-8089-6E3CCFA0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B4D98-EF0F-4CD6-93D0-3B0AB070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B59F17-F722-445F-88BE-64699A75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53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519A0-DCD9-4CC4-8C1D-8CF8A63E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56531-CBA4-4E23-9B7B-EC6605657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A5404-1909-4046-A0E0-B1B23D7F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FF3B49-B94E-4DEF-B16A-AF6EA103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135D8-3DD3-4B4D-A1C5-FD37F6C4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31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EECDC-62B1-45DE-AECD-6165B455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B3BE0-EA3A-4AC1-948A-5FC9FAAD8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CE1BB6-164D-40A6-AA07-70CF5E1C5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5E9385-E127-457F-A55D-041F9054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9ACD9E-5D5E-4040-BA8A-0B6DC5FA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F97E65-AD56-4654-AD7B-420256B6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3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B7CC4-8EB4-4E76-BF7C-E7505DDC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2C4513-1C31-4B4D-B529-28B034365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293F5A-7A82-4CAA-B6C8-9CDBCFCF5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3746F9-0390-4DBB-AD63-A52D9036F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28C8E8-567B-4431-8345-FA89E6CA50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57C410-B885-4886-B095-C096F2FD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F4E990-B524-477E-B64A-3BEB8643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A1CC9D-FCB0-4FD0-B7D6-4C41DCF01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40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E9D30-53F1-4CDD-A2A6-F43AD56D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E45C25-2FEC-4F06-93CB-28E39400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DA1611-D95B-4A70-87F4-5BD2EC13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9FC337-2EF1-4289-9A73-969571EE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58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A7AEAD-085A-49E1-B30E-4B94C2AC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C1A526-0E6E-49EA-B2AB-DE926087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D61681-3524-4A3C-8AD5-FE6AEB08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503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128A9-136D-41EA-A750-B0061657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946C59-93A1-4055-80CA-06953CE6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BE2EF2-C11A-4086-B474-086179D84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E3E3B-FEA4-43E3-AA70-E6A5BCAC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B94DB8-9CDD-4B9E-80A8-461F21C1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10A29A-04AC-4F6F-B5A6-8BADA335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1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405CF-50FC-4894-B3E8-D116B6BF7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BD60EE-9BA2-4225-BAA9-87011C04B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3B2560-31D6-47D9-818A-BFC073A6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146C5-F22E-42AC-AE4C-DACFDBE1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CBD6C3-DE4F-4C06-9A8E-BD6CAEEC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901F1A-006C-4A9F-985F-B0D47FCD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83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CFAEC-6DD8-44BA-A901-B03BB42F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BA7F7B-8944-4C4F-9078-F8C992982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F6132-27D4-4A50-9F76-E680A471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C0A53-93CE-4358-A56C-7450DC5B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F10905-3DE4-43F3-AE52-C4ABA8D3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386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2E8545-ABAB-4156-ACDF-0932306EF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24B222-56A4-452B-B407-0B1F0D74F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7382DE-3D9F-43D8-AC76-6F496EC1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E1B6D-4C00-4D74-B8BC-57BC5142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9A935-96E7-499A-B91F-A754E51A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92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ACAF10-9907-4B69-A896-EEEE700C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26A413-0D40-4731-B236-76E386075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3CCF0A-08DA-4C73-8B41-D72CE409E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9884A-2058-4545-92EF-CF7663273E6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985F43-6F68-45A5-A7FF-F4CF1505E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63608D-20B7-40FF-B53E-51F2291E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93AA5-A5B0-4888-AE42-076F7B2BED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96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gif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6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5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jpeg"/><Relationship Id="rId28" Type="http://schemas.openxmlformats.org/officeDocument/2006/relationships/image" Target="../media/image53.png"/><Relationship Id="rId10" Type="http://schemas.openxmlformats.org/officeDocument/2006/relationships/image" Target="../media/image35.png"/><Relationship Id="rId19" Type="http://schemas.openxmlformats.org/officeDocument/2006/relationships/image" Target="../media/image44.jpeg"/><Relationship Id="rId31" Type="http://schemas.openxmlformats.org/officeDocument/2006/relationships/image" Target="../media/image22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5.png"/><Relationship Id="rId2" Type="http://schemas.openxmlformats.org/officeDocument/2006/relationships/image" Target="../media/image57.png"/><Relationship Id="rId16" Type="http://schemas.openxmlformats.org/officeDocument/2006/relationships/image" Target="../media/image40.png"/><Relationship Id="rId20" Type="http://schemas.openxmlformats.org/officeDocument/2006/relationships/image" Target="../media/image44.jpe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24" Type="http://schemas.openxmlformats.org/officeDocument/2006/relationships/image" Target="../media/image48.jpeg"/><Relationship Id="rId32" Type="http://schemas.openxmlformats.org/officeDocument/2006/relationships/image" Target="../media/image22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31" Type="http://schemas.openxmlformats.org/officeDocument/2006/relationships/image" Target="../media/image21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8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jpg"/><Relationship Id="rId5" Type="http://schemas.openxmlformats.org/officeDocument/2006/relationships/image" Target="../media/image60.jpeg"/><Relationship Id="rId4" Type="http://schemas.openxmlformats.org/officeDocument/2006/relationships/image" Target="../media/image59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gi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3FB8D-FAC7-4A78-B70C-AD00BFCD5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2807" y="2222459"/>
            <a:ext cx="4988442" cy="1871328"/>
          </a:xfrm>
        </p:spPr>
        <p:txBody>
          <a:bodyPr>
            <a:normAutofit fontScale="90000"/>
          </a:bodyPr>
          <a:lstStyle/>
          <a:p>
            <a:r>
              <a:rPr lang="en-US" altLang="ko-KR" sz="9600" dirty="0">
                <a:solidFill>
                  <a:schemeClr val="tx2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JIPCHAK</a:t>
            </a:r>
            <a:endParaRPr lang="ko-KR" altLang="en-US" sz="9600" dirty="0">
              <a:solidFill>
                <a:schemeClr val="tx2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0353F0-742C-43F9-9250-D066B1179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393" y="2276255"/>
            <a:ext cx="3420445" cy="499726"/>
          </a:xfrm>
        </p:spPr>
        <p:txBody>
          <a:bodyPr anchor="ctr">
            <a:normAutofit fontScale="92500" lnSpcReduction="10000"/>
          </a:bodyPr>
          <a:lstStyle/>
          <a:p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뽑기에 집착하다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ACCA99D-BD62-4E16-B2BE-E2512FBB052D}"/>
              </a:ext>
            </a:extLst>
          </p:cNvPr>
          <p:cNvCxnSpPr>
            <a:cxnSpLocks/>
          </p:cNvCxnSpPr>
          <p:nvPr/>
        </p:nvCxnSpPr>
        <p:spPr>
          <a:xfrm>
            <a:off x="2125803" y="2754712"/>
            <a:ext cx="4371906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65A27DB2-0C1D-4E51-8FDE-5C2E21059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37" y="2822426"/>
            <a:ext cx="1293932" cy="1293932"/>
          </a:xfrm>
          <a:prstGeom prst="rect">
            <a:avLst/>
          </a:prstGeom>
        </p:spPr>
      </p:pic>
      <p:sp>
        <p:nvSpPr>
          <p:cNvPr id="27" name="부제목 2">
            <a:extLst>
              <a:ext uri="{FF2B5EF4-FFF2-40B4-BE49-F238E27FC236}">
                <a16:creationId xmlns:a16="http://schemas.microsoft.com/office/drawing/2014/main" id="{6943ADB7-44A9-4067-AE0B-C4B8EA1F6AF0}"/>
              </a:ext>
            </a:extLst>
          </p:cNvPr>
          <p:cNvSpPr txBox="1">
            <a:spLocks/>
          </p:cNvSpPr>
          <p:nvPr/>
        </p:nvSpPr>
        <p:spPr>
          <a:xfrm>
            <a:off x="146628" y="217444"/>
            <a:ext cx="2337847" cy="51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D108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나 집어봐라</a:t>
            </a:r>
          </a:p>
        </p:txBody>
      </p:sp>
      <p:sp>
        <p:nvSpPr>
          <p:cNvPr id="28" name="부제목 2">
            <a:extLst>
              <a:ext uri="{FF2B5EF4-FFF2-40B4-BE49-F238E27FC236}">
                <a16:creationId xmlns:a16="http://schemas.microsoft.com/office/drawing/2014/main" id="{C54810AA-48ED-4D41-BD4E-F25E1E2D1A67}"/>
              </a:ext>
            </a:extLst>
          </p:cNvPr>
          <p:cNvSpPr txBox="1">
            <a:spLocks/>
          </p:cNvSpPr>
          <p:nvPr/>
        </p:nvSpPr>
        <p:spPr>
          <a:xfrm>
            <a:off x="2717124" y="4716325"/>
            <a:ext cx="3780585" cy="5115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강한솔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김상연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이채목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임보경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진현제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4727866-2A52-4112-B635-6EFFCB348BE3}"/>
              </a:ext>
            </a:extLst>
          </p:cNvPr>
          <p:cNvCxnSpPr>
            <a:cxnSpLocks/>
          </p:cNvCxnSpPr>
          <p:nvPr/>
        </p:nvCxnSpPr>
        <p:spPr>
          <a:xfrm>
            <a:off x="9366041" y="-4921250"/>
            <a:ext cx="0" cy="565021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7402862-5646-4F89-A7E7-FFE4A48F5FE9}"/>
              </a:ext>
            </a:extLst>
          </p:cNvPr>
          <p:cNvCxnSpPr>
            <a:cxnSpLocks/>
          </p:cNvCxnSpPr>
          <p:nvPr/>
        </p:nvCxnSpPr>
        <p:spPr>
          <a:xfrm>
            <a:off x="9366041" y="-4914900"/>
            <a:ext cx="0" cy="565021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E9D506FA-0119-41C0-9232-21219E7FF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195" y="557511"/>
            <a:ext cx="4809183" cy="564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3965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3FB8D-FAC7-4A78-B70C-AD00BFCD5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2807" y="2222459"/>
            <a:ext cx="4988442" cy="1871328"/>
          </a:xfrm>
        </p:spPr>
        <p:txBody>
          <a:bodyPr>
            <a:normAutofit fontScale="90000"/>
          </a:bodyPr>
          <a:lstStyle/>
          <a:p>
            <a:r>
              <a:rPr lang="en-US" altLang="ko-KR" sz="9600" dirty="0">
                <a:solidFill>
                  <a:schemeClr val="tx2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JIPCHAK</a:t>
            </a:r>
            <a:endParaRPr lang="ko-KR" altLang="en-US" sz="9600" dirty="0">
              <a:solidFill>
                <a:schemeClr val="tx2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0353F0-742C-43F9-9250-D066B1179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393" y="2276255"/>
            <a:ext cx="3420445" cy="499726"/>
          </a:xfrm>
        </p:spPr>
        <p:txBody>
          <a:bodyPr anchor="ctr">
            <a:normAutofit fontScale="92500" lnSpcReduction="10000"/>
          </a:bodyPr>
          <a:lstStyle/>
          <a:p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뽑기에 집착하다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ACCA99D-BD62-4E16-B2BE-E2512FBB052D}"/>
              </a:ext>
            </a:extLst>
          </p:cNvPr>
          <p:cNvCxnSpPr>
            <a:cxnSpLocks/>
          </p:cNvCxnSpPr>
          <p:nvPr/>
        </p:nvCxnSpPr>
        <p:spPr>
          <a:xfrm>
            <a:off x="2125803" y="2754712"/>
            <a:ext cx="4371906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65A27DB2-0C1D-4E51-8FDE-5C2E21059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37" y="2822426"/>
            <a:ext cx="1293932" cy="1293932"/>
          </a:xfrm>
          <a:prstGeom prst="rect">
            <a:avLst/>
          </a:prstGeom>
        </p:spPr>
      </p:pic>
      <p:sp>
        <p:nvSpPr>
          <p:cNvPr id="27" name="부제목 2">
            <a:extLst>
              <a:ext uri="{FF2B5EF4-FFF2-40B4-BE49-F238E27FC236}">
                <a16:creationId xmlns:a16="http://schemas.microsoft.com/office/drawing/2014/main" id="{6943ADB7-44A9-4067-AE0B-C4B8EA1F6AF0}"/>
              </a:ext>
            </a:extLst>
          </p:cNvPr>
          <p:cNvSpPr txBox="1">
            <a:spLocks/>
          </p:cNvSpPr>
          <p:nvPr/>
        </p:nvSpPr>
        <p:spPr>
          <a:xfrm>
            <a:off x="146628" y="217444"/>
            <a:ext cx="2337847" cy="51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D108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나 집어봐라</a:t>
            </a:r>
          </a:p>
        </p:txBody>
      </p:sp>
      <p:sp>
        <p:nvSpPr>
          <p:cNvPr id="28" name="부제목 2">
            <a:extLst>
              <a:ext uri="{FF2B5EF4-FFF2-40B4-BE49-F238E27FC236}">
                <a16:creationId xmlns:a16="http://schemas.microsoft.com/office/drawing/2014/main" id="{C54810AA-48ED-4D41-BD4E-F25E1E2D1A67}"/>
              </a:ext>
            </a:extLst>
          </p:cNvPr>
          <p:cNvSpPr txBox="1">
            <a:spLocks/>
          </p:cNvSpPr>
          <p:nvPr/>
        </p:nvSpPr>
        <p:spPr>
          <a:xfrm>
            <a:off x="2717124" y="4716325"/>
            <a:ext cx="3780585" cy="5115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강한솔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김상연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이채목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임보경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진현제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7402862-5646-4F89-A7E7-FFE4A48F5FE9}"/>
              </a:ext>
            </a:extLst>
          </p:cNvPr>
          <p:cNvCxnSpPr>
            <a:cxnSpLocks/>
          </p:cNvCxnSpPr>
          <p:nvPr/>
        </p:nvCxnSpPr>
        <p:spPr>
          <a:xfrm>
            <a:off x="9366041" y="-260498"/>
            <a:ext cx="0" cy="7455105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3AE98C09-5810-4481-93AF-6F9A1E8B7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195" y="7016807"/>
            <a:ext cx="4809183" cy="564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643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3FB8D-FAC7-4A78-B70C-AD00BFCD5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2807" y="2222459"/>
            <a:ext cx="4988442" cy="1871328"/>
          </a:xfrm>
        </p:spPr>
        <p:txBody>
          <a:bodyPr>
            <a:normAutofit fontScale="90000"/>
          </a:bodyPr>
          <a:lstStyle/>
          <a:p>
            <a:r>
              <a:rPr lang="en-US" altLang="ko-KR" sz="9600" dirty="0">
                <a:solidFill>
                  <a:schemeClr val="tx2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JIPCHAK</a:t>
            </a:r>
            <a:endParaRPr lang="ko-KR" altLang="en-US" sz="9600" dirty="0">
              <a:solidFill>
                <a:schemeClr val="tx2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0353F0-742C-43F9-9250-D066B1179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393" y="2276255"/>
            <a:ext cx="3420445" cy="499726"/>
          </a:xfrm>
        </p:spPr>
        <p:txBody>
          <a:bodyPr anchor="ctr">
            <a:normAutofit fontScale="92500" lnSpcReduction="10000"/>
          </a:bodyPr>
          <a:lstStyle/>
          <a:p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뽑기에 집착하다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ACCA99D-BD62-4E16-B2BE-E2512FBB052D}"/>
              </a:ext>
            </a:extLst>
          </p:cNvPr>
          <p:cNvCxnSpPr>
            <a:cxnSpLocks/>
          </p:cNvCxnSpPr>
          <p:nvPr/>
        </p:nvCxnSpPr>
        <p:spPr>
          <a:xfrm>
            <a:off x="2125803" y="2754712"/>
            <a:ext cx="4371906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65A27DB2-0C1D-4E51-8FDE-5C2E21059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37" y="2822426"/>
            <a:ext cx="1293932" cy="1293932"/>
          </a:xfrm>
          <a:prstGeom prst="rect">
            <a:avLst/>
          </a:prstGeom>
        </p:spPr>
      </p:pic>
      <p:sp>
        <p:nvSpPr>
          <p:cNvPr id="27" name="부제목 2">
            <a:extLst>
              <a:ext uri="{FF2B5EF4-FFF2-40B4-BE49-F238E27FC236}">
                <a16:creationId xmlns:a16="http://schemas.microsoft.com/office/drawing/2014/main" id="{6943ADB7-44A9-4067-AE0B-C4B8EA1F6AF0}"/>
              </a:ext>
            </a:extLst>
          </p:cNvPr>
          <p:cNvSpPr txBox="1">
            <a:spLocks/>
          </p:cNvSpPr>
          <p:nvPr/>
        </p:nvSpPr>
        <p:spPr>
          <a:xfrm>
            <a:off x="146628" y="217444"/>
            <a:ext cx="2337847" cy="511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D108 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나 집어봐라</a:t>
            </a:r>
          </a:p>
        </p:txBody>
      </p:sp>
      <p:sp>
        <p:nvSpPr>
          <p:cNvPr id="28" name="부제목 2">
            <a:extLst>
              <a:ext uri="{FF2B5EF4-FFF2-40B4-BE49-F238E27FC236}">
                <a16:creationId xmlns:a16="http://schemas.microsoft.com/office/drawing/2014/main" id="{C54810AA-48ED-4D41-BD4E-F25E1E2D1A67}"/>
              </a:ext>
            </a:extLst>
          </p:cNvPr>
          <p:cNvSpPr txBox="1">
            <a:spLocks/>
          </p:cNvSpPr>
          <p:nvPr/>
        </p:nvSpPr>
        <p:spPr>
          <a:xfrm>
            <a:off x="2717124" y="4716325"/>
            <a:ext cx="3780585" cy="5115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강한솔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김상연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이채목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임보경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800" dirty="0" err="1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진현제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7402862-5646-4F89-A7E7-FFE4A48F5FE9}"/>
              </a:ext>
            </a:extLst>
          </p:cNvPr>
          <p:cNvCxnSpPr>
            <a:cxnSpLocks/>
          </p:cNvCxnSpPr>
          <p:nvPr/>
        </p:nvCxnSpPr>
        <p:spPr>
          <a:xfrm>
            <a:off x="9366041" y="-260498"/>
            <a:ext cx="0" cy="7455105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869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5DF4BA-AA7E-4555-93B3-3B2DAC74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778" y="-5482290"/>
            <a:ext cx="4809600" cy="56444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442167-E231-4012-926A-06F61AE0179C}"/>
              </a:ext>
            </a:extLst>
          </p:cNvPr>
          <p:cNvSpPr txBox="1"/>
          <p:nvPr/>
        </p:nvSpPr>
        <p:spPr>
          <a:xfrm>
            <a:off x="647543" y="700350"/>
            <a:ext cx="3651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4400" dirty="0">
                <a:solidFill>
                  <a:schemeClr val="bg2">
                    <a:lumMod val="1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목차</a:t>
            </a:r>
            <a:r>
              <a:rPr lang="ko-KR" altLang="en-US" sz="4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ontents</a:t>
            </a:r>
            <a:endParaRPr lang="en-US" altLang="ko-KR" sz="4400" dirty="0">
              <a:solidFill>
                <a:schemeClr val="bg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8BB39A4C-29F7-4A5F-BC0E-254E70D698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5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62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5DF4BA-AA7E-4555-93B3-3B2DAC74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778" y="-5482290"/>
            <a:ext cx="4809600" cy="56444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442167-E231-4012-926A-06F61AE0179C}"/>
              </a:ext>
            </a:extLst>
          </p:cNvPr>
          <p:cNvSpPr txBox="1"/>
          <p:nvPr/>
        </p:nvSpPr>
        <p:spPr>
          <a:xfrm>
            <a:off x="647543" y="700350"/>
            <a:ext cx="3651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4400" dirty="0">
                <a:solidFill>
                  <a:schemeClr val="bg2">
                    <a:lumMod val="1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목차</a:t>
            </a:r>
            <a:r>
              <a:rPr lang="ko-KR" altLang="en-US" sz="4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ontents</a:t>
            </a:r>
            <a:endParaRPr lang="en-US" altLang="ko-KR" sz="4400" dirty="0">
              <a:solidFill>
                <a:schemeClr val="bg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8BB39A4C-29F7-4A5F-BC0E-254E70D698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550"/>
            <a:ext cx="933450" cy="93345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09808FE-9DD3-4017-8FC3-D58A92AD7874}"/>
              </a:ext>
            </a:extLst>
          </p:cNvPr>
          <p:cNvCxnSpPr/>
          <p:nvPr/>
        </p:nvCxnSpPr>
        <p:spPr>
          <a:xfrm>
            <a:off x="9366041" y="-9734114"/>
            <a:ext cx="0" cy="4411113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137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F442167-E231-4012-926A-06F61AE0179C}"/>
              </a:ext>
            </a:extLst>
          </p:cNvPr>
          <p:cNvSpPr txBox="1"/>
          <p:nvPr/>
        </p:nvSpPr>
        <p:spPr>
          <a:xfrm>
            <a:off x="647543" y="700350"/>
            <a:ext cx="3651250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4400" dirty="0">
                <a:solidFill>
                  <a:schemeClr val="bg2">
                    <a:lumMod val="1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목차</a:t>
            </a:r>
            <a:r>
              <a:rPr lang="ko-KR" altLang="en-US" sz="4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</a:t>
            </a:r>
            <a:r>
              <a:rPr lang="en-US" altLang="ko-KR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C</a:t>
            </a:r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ontents</a:t>
            </a:r>
            <a:endParaRPr lang="en-US" altLang="ko-KR" sz="4400" dirty="0">
              <a:solidFill>
                <a:schemeClr val="bg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EDD00BC-4391-4953-8422-BC01955BB1A4}"/>
              </a:ext>
            </a:extLst>
          </p:cNvPr>
          <p:cNvSpPr/>
          <p:nvPr/>
        </p:nvSpPr>
        <p:spPr>
          <a:xfrm>
            <a:off x="2031148" y="1983430"/>
            <a:ext cx="483542" cy="4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1" dirty="0">
              <a:solidFill>
                <a:schemeClr val="accent4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7A0C7-ECA9-4070-B0C8-CBA53BAF973B}"/>
              </a:ext>
            </a:extLst>
          </p:cNvPr>
          <p:cNvSpPr txBox="1"/>
          <p:nvPr/>
        </p:nvSpPr>
        <p:spPr>
          <a:xfrm>
            <a:off x="2057829" y="1994368"/>
            <a:ext cx="3920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１</a:t>
            </a:r>
            <a:endParaRPr lang="en-US" altLang="ko-KR" sz="2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21F5AA-8288-4CE3-953C-F946DB5EA546}"/>
              </a:ext>
            </a:extLst>
          </p:cNvPr>
          <p:cNvSpPr txBox="1"/>
          <p:nvPr/>
        </p:nvSpPr>
        <p:spPr>
          <a:xfrm>
            <a:off x="2692249" y="2066862"/>
            <a:ext cx="2033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영상 포트폴리오</a:t>
            </a:r>
            <a:endParaRPr lang="en-US" altLang="ko-KR" sz="2000" dirty="0"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91269F6F-3BF7-4CBE-BAE7-34A265457670}"/>
              </a:ext>
            </a:extLst>
          </p:cNvPr>
          <p:cNvSpPr/>
          <p:nvPr/>
        </p:nvSpPr>
        <p:spPr>
          <a:xfrm>
            <a:off x="2031148" y="2823421"/>
            <a:ext cx="483542" cy="4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1" dirty="0">
              <a:solidFill>
                <a:schemeClr val="accent4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8E199A-BCCB-45A6-85AD-F66FBDFD10FD}"/>
              </a:ext>
            </a:extLst>
          </p:cNvPr>
          <p:cNvSpPr txBox="1"/>
          <p:nvPr/>
        </p:nvSpPr>
        <p:spPr>
          <a:xfrm>
            <a:off x="2079093" y="2829043"/>
            <a:ext cx="3920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２</a:t>
            </a:r>
            <a:endParaRPr lang="en-US" altLang="ko-KR" sz="2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197D65-E701-45C6-818A-C0B9B2EA3DEA}"/>
              </a:ext>
            </a:extLst>
          </p:cNvPr>
          <p:cNvSpPr txBox="1"/>
          <p:nvPr/>
        </p:nvSpPr>
        <p:spPr>
          <a:xfrm>
            <a:off x="2692249" y="2906853"/>
            <a:ext cx="29724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JIPCHAK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개요 및 시연</a:t>
            </a:r>
            <a:endParaRPr lang="en-US" altLang="ko-KR" sz="2000" dirty="0"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BD1C595D-BFC7-4821-8425-94AECDA6A262}"/>
              </a:ext>
            </a:extLst>
          </p:cNvPr>
          <p:cNvSpPr/>
          <p:nvPr/>
        </p:nvSpPr>
        <p:spPr>
          <a:xfrm>
            <a:off x="2031148" y="3663412"/>
            <a:ext cx="483542" cy="4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1" dirty="0">
              <a:solidFill>
                <a:schemeClr val="accent4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3B2EB1-B7C9-4545-AAC8-B69A0B5FD78D}"/>
              </a:ext>
            </a:extLst>
          </p:cNvPr>
          <p:cNvSpPr txBox="1"/>
          <p:nvPr/>
        </p:nvSpPr>
        <p:spPr>
          <a:xfrm>
            <a:off x="2076881" y="3674350"/>
            <a:ext cx="3920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３</a:t>
            </a:r>
            <a:endParaRPr lang="en-US" altLang="ko-KR" sz="2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6DBEC5-2A8D-4169-90C9-C9AFAD735D14}"/>
              </a:ext>
            </a:extLst>
          </p:cNvPr>
          <p:cNvSpPr txBox="1"/>
          <p:nvPr/>
        </p:nvSpPr>
        <p:spPr>
          <a:xfrm>
            <a:off x="2692248" y="3746844"/>
            <a:ext cx="2813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오픈소스 </a:t>
            </a:r>
            <a:r>
              <a:rPr lang="en-US" altLang="ko-KR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파이프라인</a:t>
            </a:r>
            <a:endParaRPr lang="en-US" altLang="ko-KR" sz="2000" dirty="0"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F7D0BDD-FEEA-4F80-995D-B9C1C8881382}"/>
              </a:ext>
            </a:extLst>
          </p:cNvPr>
          <p:cNvSpPr/>
          <p:nvPr/>
        </p:nvSpPr>
        <p:spPr>
          <a:xfrm>
            <a:off x="2031148" y="4503403"/>
            <a:ext cx="483542" cy="4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1" dirty="0">
              <a:solidFill>
                <a:schemeClr val="accent4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C080AF-95BA-446F-A4A5-F3AA2276D255}"/>
              </a:ext>
            </a:extLst>
          </p:cNvPr>
          <p:cNvSpPr txBox="1"/>
          <p:nvPr/>
        </p:nvSpPr>
        <p:spPr>
          <a:xfrm>
            <a:off x="2076881" y="4514341"/>
            <a:ext cx="3920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４</a:t>
            </a:r>
            <a:endParaRPr lang="en-US" altLang="ko-KR" sz="24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C04FB5-AA51-4FF1-A83F-26CFB1187C9B}"/>
              </a:ext>
            </a:extLst>
          </p:cNvPr>
          <p:cNvSpPr txBox="1"/>
          <p:nvPr/>
        </p:nvSpPr>
        <p:spPr>
          <a:xfrm>
            <a:off x="2692249" y="4586835"/>
            <a:ext cx="2033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 구성도</a:t>
            </a:r>
            <a:endParaRPr lang="en-US" altLang="ko-KR" sz="2000" dirty="0"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A9F2C760-AAFA-4F27-B2B5-7167CC063B6D}"/>
              </a:ext>
            </a:extLst>
          </p:cNvPr>
          <p:cNvSpPr/>
          <p:nvPr/>
        </p:nvSpPr>
        <p:spPr>
          <a:xfrm>
            <a:off x="2031147" y="5344004"/>
            <a:ext cx="483542" cy="48354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1" dirty="0">
              <a:solidFill>
                <a:schemeClr val="accent4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5CA8AB-EE6B-431F-A71A-318C006D94C1}"/>
              </a:ext>
            </a:extLst>
          </p:cNvPr>
          <p:cNvSpPr txBox="1"/>
          <p:nvPr/>
        </p:nvSpPr>
        <p:spPr>
          <a:xfrm>
            <a:off x="2076880" y="5354942"/>
            <a:ext cx="3920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0B7CAB-DA7A-4E40-9F65-832E5CFF56EA}"/>
              </a:ext>
            </a:extLst>
          </p:cNvPr>
          <p:cNvSpPr txBox="1"/>
          <p:nvPr/>
        </p:nvSpPr>
        <p:spPr>
          <a:xfrm>
            <a:off x="2692247" y="5427436"/>
            <a:ext cx="29179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확장 방향 및 향후 계획</a:t>
            </a:r>
            <a:endParaRPr lang="en-US" altLang="ko-KR" sz="2000" dirty="0"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8E15589-9FB1-4100-9123-F936A1B0D4DE}"/>
              </a:ext>
            </a:extLst>
          </p:cNvPr>
          <p:cNvCxnSpPr>
            <a:cxnSpLocks/>
          </p:cNvCxnSpPr>
          <p:nvPr/>
        </p:nvCxnSpPr>
        <p:spPr>
          <a:xfrm>
            <a:off x="9366041" y="-4914900"/>
            <a:ext cx="0" cy="5650211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림 75">
            <a:extLst>
              <a:ext uri="{FF2B5EF4-FFF2-40B4-BE49-F238E27FC236}">
                <a16:creationId xmlns:a16="http://schemas.microsoft.com/office/drawing/2014/main" id="{DB0F3AED-8A47-417F-9E1F-CDBFE0912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195" y="557511"/>
            <a:ext cx="4809183" cy="5643938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8BB39A4C-29F7-4A5F-BC0E-254E70D698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5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993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4633745" y="2967336"/>
            <a:ext cx="5200808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영상 포트폴리오</a:t>
            </a:r>
            <a:endParaRPr lang="en-US" altLang="ko-KR" sz="54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DA7018-6425-4C93-B317-49BC4FDB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8477" r="7087" b="7612"/>
          <a:stretch/>
        </p:blipFill>
        <p:spPr>
          <a:xfrm>
            <a:off x="1919278" y="2181225"/>
            <a:ext cx="2405062" cy="23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1465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ABB53-B274-446E-A0CC-A9AA23696B33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5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영상 포트폴리오</a:t>
            </a:r>
            <a:endParaRPr lang="en-US" altLang="ko-KR" sz="2800" dirty="0">
              <a:solidFill>
                <a:schemeClr val="accent5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5478121-54C9-431E-9E80-D1AEB3D3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228C74-8D7E-4BEA-A882-5D4577BEF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14" y="1308577"/>
            <a:ext cx="9097171" cy="5138722"/>
          </a:xfrm>
          <a:prstGeom prst="rect">
            <a:avLst/>
          </a:prstGeom>
          <a:ln w="28575">
            <a:solidFill>
              <a:schemeClr val="accent4"/>
            </a:solidFill>
          </a:ln>
        </p:spPr>
      </p:pic>
    </p:spTree>
    <p:extLst>
      <p:ext uri="{BB962C8B-B14F-4D97-AF65-F5344CB8AC3E}">
        <p14:creationId xmlns:p14="http://schemas.microsoft.com/office/powerpoint/2010/main" val="212252899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4633745" y="2967335"/>
            <a:ext cx="5200808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JIPCHAK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개요</a:t>
            </a:r>
            <a:endParaRPr lang="en-US" altLang="ko-KR" sz="54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DA7018-6425-4C93-B317-49BC4FDB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8477" r="7087" b="7612"/>
          <a:stretch/>
        </p:blipFill>
        <p:spPr>
          <a:xfrm>
            <a:off x="1919278" y="2181225"/>
            <a:ext cx="2405062" cy="23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5380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ABB53-B274-446E-A0CC-A9AA23696B33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5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프로젝트 배경</a:t>
            </a:r>
            <a:endParaRPr lang="en-US" altLang="ko-KR" sz="2800" dirty="0">
              <a:solidFill>
                <a:schemeClr val="accent5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01993143-FA4B-4DCC-ABB4-10E572A007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3A308F7-E7CA-41EE-AE2B-A7364E5D5B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1" r="14901"/>
          <a:stretch/>
        </p:blipFill>
        <p:spPr>
          <a:xfrm>
            <a:off x="2972357" y="1414129"/>
            <a:ext cx="6247286" cy="4998143"/>
          </a:xfrm>
          <a:prstGeom prst="rect">
            <a:avLst/>
          </a:prstGeom>
          <a:ln w="38100">
            <a:solidFill>
              <a:schemeClr val="accent4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870419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D98EC9-4D1F-45F7-8E07-7336EE1CB226}"/>
              </a:ext>
            </a:extLst>
          </p:cNvPr>
          <p:cNvSpPr txBox="1"/>
          <p:nvPr/>
        </p:nvSpPr>
        <p:spPr>
          <a:xfrm>
            <a:off x="5328904" y="2968377"/>
            <a:ext cx="1572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집착</a:t>
            </a:r>
            <a:endParaRPr lang="ko-KR" altLang="en-US" sz="5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3133574" y="2967335"/>
            <a:ext cx="5924851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무엇에 </a:t>
            </a:r>
            <a:r>
              <a: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집착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하는가</a:t>
            </a:r>
            <a:r>
              <a:rPr lang="en-US" altLang="ko-KR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8159B-A5C5-4B23-93DA-00D303C19753}"/>
              </a:ext>
            </a:extLst>
          </p:cNvPr>
          <p:cNvSpPr txBox="1"/>
          <p:nvPr/>
        </p:nvSpPr>
        <p:spPr>
          <a:xfrm>
            <a:off x="5987951" y="2968377"/>
            <a:ext cx="801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착</a:t>
            </a:r>
            <a:endParaRPr lang="ko-KR" altLang="en-US" sz="5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3765B-6EFB-4A21-BD9E-1D06C44EC2D7}"/>
              </a:ext>
            </a:extLst>
          </p:cNvPr>
          <p:cNvSpPr txBox="1"/>
          <p:nvPr/>
        </p:nvSpPr>
        <p:spPr>
          <a:xfrm>
            <a:off x="5328904" y="2968377"/>
            <a:ext cx="801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rgbClr val="C00000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</a:t>
            </a:r>
            <a:endParaRPr lang="ko-KR" altLang="en-US" sz="54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5276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2790417" y="2967335"/>
            <a:ext cx="6611166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5400" dirty="0">
                <a:solidFill>
                  <a:srgbClr val="FFFAEB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게 </a:t>
            </a:r>
            <a:r>
              <a:rPr lang="ko-KR" altLang="en-US" sz="5400" dirty="0">
                <a:solidFill>
                  <a:srgbClr val="FFFAEB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착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지에 </a:t>
            </a:r>
            <a:r>
              <a:rPr lang="ko-KR" altLang="en-US" sz="5400" dirty="0">
                <a:solidFill>
                  <a:srgbClr val="FFFAEB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집착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하다</a:t>
            </a:r>
            <a:r>
              <a:rPr lang="en-US" altLang="ko-KR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6D3A9-6294-4EF0-B1F4-62A6C3C1FD9E}"/>
              </a:ext>
            </a:extLst>
          </p:cNvPr>
          <p:cNvSpPr txBox="1"/>
          <p:nvPr/>
        </p:nvSpPr>
        <p:spPr>
          <a:xfrm>
            <a:off x="6521434" y="2935760"/>
            <a:ext cx="1572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DD169-3932-4D56-8FAC-43B140E8D2EC}"/>
              </a:ext>
            </a:extLst>
          </p:cNvPr>
          <p:cNvSpPr txBox="1"/>
          <p:nvPr/>
        </p:nvSpPr>
        <p:spPr>
          <a:xfrm>
            <a:off x="4326791" y="2963470"/>
            <a:ext cx="801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7C4FD-AAB3-4284-8398-E13ADBAFAD0B}"/>
              </a:ext>
            </a:extLst>
          </p:cNvPr>
          <p:cNvSpPr txBox="1"/>
          <p:nvPr/>
        </p:nvSpPr>
        <p:spPr>
          <a:xfrm>
            <a:off x="2791444" y="2963470"/>
            <a:ext cx="801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</a:t>
            </a:r>
          </a:p>
        </p:txBody>
      </p:sp>
    </p:spTree>
    <p:extLst>
      <p:ext uri="{BB962C8B-B14F-4D97-AF65-F5344CB8AC3E}">
        <p14:creationId xmlns:p14="http://schemas.microsoft.com/office/powerpoint/2010/main" val="3711726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3133575" y="2967335"/>
            <a:ext cx="5924851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재미에 </a:t>
            </a:r>
            <a:r>
              <a:rPr lang="ko-KR" altLang="en-US" sz="5400" dirty="0">
                <a:solidFill>
                  <a:srgbClr val="FFFAEB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집착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하다</a:t>
            </a:r>
            <a:r>
              <a:rPr lang="en-US" altLang="ko-KR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E963A-5EFF-4A21-945B-5AE31B8B8E5A}"/>
              </a:ext>
            </a:extLst>
          </p:cNvPr>
          <p:cNvSpPr txBox="1"/>
          <p:nvPr/>
        </p:nvSpPr>
        <p:spPr>
          <a:xfrm>
            <a:off x="5654879" y="2935760"/>
            <a:ext cx="1572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집착</a:t>
            </a:r>
            <a:endParaRPr lang="ko-KR" altLang="en-US" sz="5400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D85EC6-9448-41B0-B7E0-73A64CEC1EF4}"/>
              </a:ext>
            </a:extLst>
          </p:cNvPr>
          <p:cNvSpPr txBox="1"/>
          <p:nvPr/>
        </p:nvSpPr>
        <p:spPr>
          <a:xfrm>
            <a:off x="6314341" y="2935760"/>
            <a:ext cx="801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착</a:t>
            </a:r>
            <a:endParaRPr lang="ko-KR" altLang="en-US" sz="54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E8E62-7EA7-4F2C-9DC2-E1C79FEAB933}"/>
              </a:ext>
            </a:extLst>
          </p:cNvPr>
          <p:cNvSpPr txBox="1"/>
          <p:nvPr/>
        </p:nvSpPr>
        <p:spPr>
          <a:xfrm>
            <a:off x="5655294" y="2935760"/>
            <a:ext cx="801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</a:t>
            </a:r>
            <a:endParaRPr lang="ko-KR" altLang="en-U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73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307044E-94A6-49F3-A4DB-49C37828B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0392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169203-4C94-4832-9B0B-E1778358C099}"/>
              </a:ext>
            </a:extLst>
          </p:cNvPr>
          <p:cNvSpPr/>
          <p:nvPr/>
        </p:nvSpPr>
        <p:spPr>
          <a:xfrm>
            <a:off x="786665" y="1940717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핵심 기능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04BDD2-8DC7-4062-B25E-B13CFDD67EF1}"/>
              </a:ext>
            </a:extLst>
          </p:cNvPr>
          <p:cNvSpPr/>
          <p:nvPr/>
        </p:nvSpPr>
        <p:spPr>
          <a:xfrm>
            <a:off x="8355151" y="194071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F9AE2-334A-46D1-B547-FE7328C7D97C}"/>
              </a:ext>
            </a:extLst>
          </p:cNvPr>
          <p:cNvSpPr txBox="1"/>
          <p:nvPr/>
        </p:nvSpPr>
        <p:spPr>
          <a:xfrm>
            <a:off x="972250" y="2174268"/>
            <a:ext cx="267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실시간 파지 확률 계산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B418B-E1F6-4498-9BFD-5C159539AC3F}"/>
              </a:ext>
            </a:extLst>
          </p:cNvPr>
          <p:cNvSpPr txBox="1"/>
          <p:nvPr/>
        </p:nvSpPr>
        <p:spPr>
          <a:xfrm>
            <a:off x="8628432" y="2143491"/>
            <a:ext cx="250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대시보드</a:t>
            </a:r>
            <a:endParaRPr lang="ko-KR" altLang="en-US" sz="2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A3D1D0-939A-45C4-A8A0-D95801EA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DD3561-0716-44CE-96D9-1DE03B306F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0" t="50326" r="22907" b="7947"/>
          <a:stretch/>
        </p:blipFill>
        <p:spPr>
          <a:xfrm>
            <a:off x="8490009" y="3419603"/>
            <a:ext cx="2780464" cy="179306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11A7D783-0B50-40AF-8A3A-ED845C830BF5}"/>
              </a:ext>
            </a:extLst>
          </p:cNvPr>
          <p:cNvSpPr/>
          <p:nvPr/>
        </p:nvSpPr>
        <p:spPr>
          <a:xfrm>
            <a:off x="1792728" y="4583422"/>
            <a:ext cx="1038058" cy="1038058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5AFB3-2107-4B93-851C-B392126FAA6F}"/>
              </a:ext>
            </a:extLst>
          </p:cNvPr>
          <p:cNvSpPr txBox="1"/>
          <p:nvPr/>
        </p:nvSpPr>
        <p:spPr>
          <a:xfrm>
            <a:off x="1927766" y="4979356"/>
            <a:ext cx="7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95%</a:t>
            </a:r>
            <a:endParaRPr lang="ko-KR" altLang="en-US" dirty="0">
              <a:solidFill>
                <a:schemeClr val="accent6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EF2C3C-F21D-4C36-AA94-007B04D22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2801168"/>
            <a:ext cx="1720445" cy="1720445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6F7B9A8-3C4C-4944-B6D2-DA1AD759E8A0}"/>
              </a:ext>
            </a:extLst>
          </p:cNvPr>
          <p:cNvSpPr/>
          <p:nvPr/>
        </p:nvSpPr>
        <p:spPr>
          <a:xfrm>
            <a:off x="4570908" y="194393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5C7CD8-C05E-4047-83F9-13EEF1E50FEF}"/>
              </a:ext>
            </a:extLst>
          </p:cNvPr>
          <p:cNvSpPr txBox="1"/>
          <p:nvPr/>
        </p:nvSpPr>
        <p:spPr>
          <a:xfrm>
            <a:off x="4774548" y="2143490"/>
            <a:ext cx="2642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QR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ko-KR" altLang="en-US" sz="240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84DF3A20-D495-4598-8BFD-D03383C8BE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78" y="3500577"/>
            <a:ext cx="1530843" cy="1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7676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169203-4C94-4832-9B0B-E1778358C099}"/>
              </a:ext>
            </a:extLst>
          </p:cNvPr>
          <p:cNvSpPr/>
          <p:nvPr/>
        </p:nvSpPr>
        <p:spPr>
          <a:xfrm>
            <a:off x="786665" y="1940717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핵심 기능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04BDD2-8DC7-4062-B25E-B13CFDD67EF1}"/>
              </a:ext>
            </a:extLst>
          </p:cNvPr>
          <p:cNvSpPr/>
          <p:nvPr/>
        </p:nvSpPr>
        <p:spPr>
          <a:xfrm>
            <a:off x="8355151" y="194071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F9AE2-334A-46D1-B547-FE7328C7D97C}"/>
              </a:ext>
            </a:extLst>
          </p:cNvPr>
          <p:cNvSpPr txBox="1"/>
          <p:nvPr/>
        </p:nvSpPr>
        <p:spPr>
          <a:xfrm>
            <a:off x="972250" y="2174268"/>
            <a:ext cx="267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실시간 파지 확률 계산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B418B-E1F6-4498-9BFD-5C159539AC3F}"/>
              </a:ext>
            </a:extLst>
          </p:cNvPr>
          <p:cNvSpPr txBox="1"/>
          <p:nvPr/>
        </p:nvSpPr>
        <p:spPr>
          <a:xfrm>
            <a:off x="8628432" y="2143491"/>
            <a:ext cx="250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대시보드</a:t>
            </a:r>
            <a:endParaRPr lang="ko-KR" altLang="en-US" sz="2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A3D1D0-939A-45C4-A8A0-D95801EA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DD3561-0716-44CE-96D9-1DE03B306F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0" t="50326" r="22907" b="7947"/>
          <a:stretch/>
        </p:blipFill>
        <p:spPr>
          <a:xfrm>
            <a:off x="8490009" y="3419603"/>
            <a:ext cx="2780464" cy="179306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11A7D783-0B50-40AF-8A3A-ED845C830BF5}"/>
              </a:ext>
            </a:extLst>
          </p:cNvPr>
          <p:cNvSpPr/>
          <p:nvPr/>
        </p:nvSpPr>
        <p:spPr>
          <a:xfrm>
            <a:off x="1792728" y="4583422"/>
            <a:ext cx="1038058" cy="1038058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5AFB3-2107-4B93-851C-B392126FAA6F}"/>
              </a:ext>
            </a:extLst>
          </p:cNvPr>
          <p:cNvSpPr txBox="1"/>
          <p:nvPr/>
        </p:nvSpPr>
        <p:spPr>
          <a:xfrm>
            <a:off x="1927766" y="4979356"/>
            <a:ext cx="7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95%</a:t>
            </a:r>
            <a:endParaRPr lang="ko-KR" altLang="en-US" dirty="0">
              <a:solidFill>
                <a:schemeClr val="accent6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EF2C3C-F21D-4C36-AA94-007B04D22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2801168"/>
            <a:ext cx="1720445" cy="1720445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5836E0A-C107-47BC-B49A-8CE10B0F3443}"/>
              </a:ext>
            </a:extLst>
          </p:cNvPr>
          <p:cNvSpPr/>
          <p:nvPr/>
        </p:nvSpPr>
        <p:spPr>
          <a:xfrm>
            <a:off x="8355151" y="193749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A2A8962-FE78-4F99-B26F-172AEB42DAE8}"/>
              </a:ext>
            </a:extLst>
          </p:cNvPr>
          <p:cNvSpPr/>
          <p:nvPr/>
        </p:nvSpPr>
        <p:spPr>
          <a:xfrm>
            <a:off x="4570908" y="194393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2DB1A8-BC83-49A6-AFDB-25ED9B846E9F}"/>
              </a:ext>
            </a:extLst>
          </p:cNvPr>
          <p:cNvSpPr txBox="1"/>
          <p:nvPr/>
        </p:nvSpPr>
        <p:spPr>
          <a:xfrm>
            <a:off x="4774548" y="2143490"/>
            <a:ext cx="2642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QR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ko-KR" altLang="en-US" sz="2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B5EEABB-5A2A-42E3-B155-982B57312B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78" y="3500577"/>
            <a:ext cx="1530843" cy="1530843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140E1C6-5C5C-4054-A7D1-F67304E94D52}"/>
              </a:ext>
            </a:extLst>
          </p:cNvPr>
          <p:cNvSpPr/>
          <p:nvPr/>
        </p:nvSpPr>
        <p:spPr>
          <a:xfrm>
            <a:off x="4570908" y="194071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29865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9E6A2D1B-E8ED-483A-BD69-68444362D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73" y="1364878"/>
            <a:ext cx="8449251" cy="5085343"/>
          </a:xfrm>
          <a:prstGeom prst="rect">
            <a:avLst/>
          </a:prstGeom>
          <a:ln w="57150"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7C00D27-F084-4F45-9B1B-7D3BF0B2529A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97957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7388E8-87B8-4611-BB29-045B59BC08B5}"/>
              </a:ext>
            </a:extLst>
          </p:cNvPr>
          <p:cNvSpPr txBox="1"/>
          <p:nvPr/>
        </p:nvSpPr>
        <p:spPr>
          <a:xfrm>
            <a:off x="837862" y="601873"/>
            <a:ext cx="365125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실시간 파지 확률 계산</a:t>
            </a:r>
            <a:endParaRPr lang="ko-KR" altLang="en-US" sz="24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058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E2ED5FA-F2CA-496E-9EB2-7F49CE9EF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73" y="1371600"/>
            <a:ext cx="8449251" cy="5085343"/>
          </a:xfrm>
          <a:prstGeom prst="rect">
            <a:avLst/>
          </a:prstGeom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7C00D27-F084-4F45-9B1B-7D3BF0B2529A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97957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7388E8-87B8-4611-BB29-045B59BC08B5}"/>
              </a:ext>
            </a:extLst>
          </p:cNvPr>
          <p:cNvSpPr txBox="1"/>
          <p:nvPr/>
        </p:nvSpPr>
        <p:spPr>
          <a:xfrm>
            <a:off x="837862" y="601873"/>
            <a:ext cx="365125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실시간 파지 확률 계산</a:t>
            </a:r>
            <a:endParaRPr lang="ko-KR" altLang="en-US" sz="24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2053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BC42070-1CBA-4FEF-8090-E2654D85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74" y="1374961"/>
            <a:ext cx="8449251" cy="508198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7C00D27-F084-4F45-9B1B-7D3BF0B2529A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979572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7388E8-87B8-4611-BB29-045B59BC08B5}"/>
              </a:ext>
            </a:extLst>
          </p:cNvPr>
          <p:cNvSpPr txBox="1"/>
          <p:nvPr/>
        </p:nvSpPr>
        <p:spPr>
          <a:xfrm>
            <a:off x="837862" y="601873"/>
            <a:ext cx="365125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실시간 파지 확률 계산</a:t>
            </a:r>
            <a:endParaRPr lang="ko-KR" altLang="en-US" sz="24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940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169203-4C94-4832-9B0B-E1778358C099}"/>
              </a:ext>
            </a:extLst>
          </p:cNvPr>
          <p:cNvSpPr/>
          <p:nvPr/>
        </p:nvSpPr>
        <p:spPr>
          <a:xfrm>
            <a:off x="786665" y="1940717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핵심 기능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04BDD2-8DC7-4062-B25E-B13CFDD67EF1}"/>
              </a:ext>
            </a:extLst>
          </p:cNvPr>
          <p:cNvSpPr/>
          <p:nvPr/>
        </p:nvSpPr>
        <p:spPr>
          <a:xfrm>
            <a:off x="8355151" y="194071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F9AE2-334A-46D1-B547-FE7328C7D97C}"/>
              </a:ext>
            </a:extLst>
          </p:cNvPr>
          <p:cNvSpPr txBox="1"/>
          <p:nvPr/>
        </p:nvSpPr>
        <p:spPr>
          <a:xfrm>
            <a:off x="972250" y="2174268"/>
            <a:ext cx="267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실시간 파지 확률 계산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B418B-E1F6-4498-9BFD-5C159539AC3F}"/>
              </a:ext>
            </a:extLst>
          </p:cNvPr>
          <p:cNvSpPr txBox="1"/>
          <p:nvPr/>
        </p:nvSpPr>
        <p:spPr>
          <a:xfrm>
            <a:off x="8628432" y="2143491"/>
            <a:ext cx="250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대시보드</a:t>
            </a:r>
            <a:endParaRPr lang="ko-KR" altLang="en-US" sz="2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A3D1D0-939A-45C4-A8A0-D95801EA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DD3561-0716-44CE-96D9-1DE03B306F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0" t="50326" r="22907" b="7947"/>
          <a:stretch/>
        </p:blipFill>
        <p:spPr>
          <a:xfrm>
            <a:off x="8490009" y="3419603"/>
            <a:ext cx="2780464" cy="179306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11A7D783-0B50-40AF-8A3A-ED845C830BF5}"/>
              </a:ext>
            </a:extLst>
          </p:cNvPr>
          <p:cNvSpPr/>
          <p:nvPr/>
        </p:nvSpPr>
        <p:spPr>
          <a:xfrm>
            <a:off x="1792728" y="4583422"/>
            <a:ext cx="1038058" cy="1038058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5AFB3-2107-4B93-851C-B392126FAA6F}"/>
              </a:ext>
            </a:extLst>
          </p:cNvPr>
          <p:cNvSpPr txBox="1"/>
          <p:nvPr/>
        </p:nvSpPr>
        <p:spPr>
          <a:xfrm>
            <a:off x="1927766" y="4979356"/>
            <a:ext cx="7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95%</a:t>
            </a:r>
            <a:endParaRPr lang="ko-KR" altLang="en-US" dirty="0">
              <a:solidFill>
                <a:schemeClr val="accent6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EF2C3C-F21D-4C36-AA94-007B04D22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2801168"/>
            <a:ext cx="1720445" cy="1720445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103D4E-1192-4FAE-82F1-DDE4E8F77F0D}"/>
              </a:ext>
            </a:extLst>
          </p:cNvPr>
          <p:cNvSpPr/>
          <p:nvPr/>
        </p:nvSpPr>
        <p:spPr>
          <a:xfrm>
            <a:off x="8355151" y="193749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0188CBB-9095-44D0-BD9B-CC65DDAFD111}"/>
              </a:ext>
            </a:extLst>
          </p:cNvPr>
          <p:cNvSpPr/>
          <p:nvPr/>
        </p:nvSpPr>
        <p:spPr>
          <a:xfrm>
            <a:off x="4570908" y="194393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82039F-2A0F-4376-86F5-3418260012FC}"/>
              </a:ext>
            </a:extLst>
          </p:cNvPr>
          <p:cNvSpPr txBox="1"/>
          <p:nvPr/>
        </p:nvSpPr>
        <p:spPr>
          <a:xfrm>
            <a:off x="4774548" y="2143490"/>
            <a:ext cx="2642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QR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ko-KR" altLang="en-US" sz="24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534F7DA-CA9A-4DF5-ABC8-64E894BD0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78" y="3500577"/>
            <a:ext cx="1530843" cy="1530843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D3D3944-A20B-4C8D-B6C3-DB7035C323BB}"/>
              </a:ext>
            </a:extLst>
          </p:cNvPr>
          <p:cNvSpPr/>
          <p:nvPr/>
        </p:nvSpPr>
        <p:spPr>
          <a:xfrm>
            <a:off x="4570908" y="194071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68278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169203-4C94-4832-9B0B-E1778358C099}"/>
              </a:ext>
            </a:extLst>
          </p:cNvPr>
          <p:cNvSpPr/>
          <p:nvPr/>
        </p:nvSpPr>
        <p:spPr>
          <a:xfrm>
            <a:off x="786665" y="1940717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핵심 기능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0C57CA9-BF29-4F2E-B1E2-8B9210C6CFAD}"/>
              </a:ext>
            </a:extLst>
          </p:cNvPr>
          <p:cNvSpPr/>
          <p:nvPr/>
        </p:nvSpPr>
        <p:spPr>
          <a:xfrm>
            <a:off x="4570908" y="194393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52AE19-A483-4927-BAD1-87C6EB2A2C06}"/>
              </a:ext>
            </a:extLst>
          </p:cNvPr>
          <p:cNvSpPr txBox="1"/>
          <p:nvPr/>
        </p:nvSpPr>
        <p:spPr>
          <a:xfrm>
            <a:off x="4774548" y="2143490"/>
            <a:ext cx="2642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QR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ko-KR" altLang="en-US" sz="24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04BDD2-8DC7-4062-B25E-B13CFDD67EF1}"/>
              </a:ext>
            </a:extLst>
          </p:cNvPr>
          <p:cNvSpPr/>
          <p:nvPr/>
        </p:nvSpPr>
        <p:spPr>
          <a:xfrm>
            <a:off x="8355151" y="194071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F9AE2-334A-46D1-B547-FE7328C7D97C}"/>
              </a:ext>
            </a:extLst>
          </p:cNvPr>
          <p:cNvSpPr txBox="1"/>
          <p:nvPr/>
        </p:nvSpPr>
        <p:spPr>
          <a:xfrm>
            <a:off x="972250" y="2174268"/>
            <a:ext cx="267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실시간 파지 확률 계산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B418B-E1F6-4498-9BFD-5C159539AC3F}"/>
              </a:ext>
            </a:extLst>
          </p:cNvPr>
          <p:cNvSpPr txBox="1"/>
          <p:nvPr/>
        </p:nvSpPr>
        <p:spPr>
          <a:xfrm>
            <a:off x="8628432" y="2143491"/>
            <a:ext cx="250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대시보드</a:t>
            </a:r>
            <a:endParaRPr lang="ko-KR" altLang="en-US" sz="2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A3D1D0-939A-45C4-A8A0-D95801EA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CD3370-5993-41DE-886B-E247D044E3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78" y="3500577"/>
            <a:ext cx="1530843" cy="153084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DD3561-0716-44CE-96D9-1DE03B306FD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0" t="50326" r="22907" b="7947"/>
          <a:stretch/>
        </p:blipFill>
        <p:spPr>
          <a:xfrm>
            <a:off x="8490009" y="3419603"/>
            <a:ext cx="2780464" cy="179306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11A7D783-0B50-40AF-8A3A-ED845C830BF5}"/>
              </a:ext>
            </a:extLst>
          </p:cNvPr>
          <p:cNvSpPr/>
          <p:nvPr/>
        </p:nvSpPr>
        <p:spPr>
          <a:xfrm>
            <a:off x="1792728" y="4583422"/>
            <a:ext cx="1038058" cy="1038058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5AFB3-2107-4B93-851C-B392126FAA6F}"/>
              </a:ext>
            </a:extLst>
          </p:cNvPr>
          <p:cNvSpPr txBox="1"/>
          <p:nvPr/>
        </p:nvSpPr>
        <p:spPr>
          <a:xfrm>
            <a:off x="1927766" y="4979356"/>
            <a:ext cx="7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95%</a:t>
            </a:r>
            <a:endParaRPr lang="ko-KR" altLang="en-US" dirty="0">
              <a:solidFill>
                <a:schemeClr val="accent6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EF2C3C-F21D-4C36-AA94-007B04D22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2801168"/>
            <a:ext cx="1720445" cy="1720445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8FB4A76-FB89-4AE3-9064-B5C5F27007B8}"/>
              </a:ext>
            </a:extLst>
          </p:cNvPr>
          <p:cNvSpPr/>
          <p:nvPr/>
        </p:nvSpPr>
        <p:spPr>
          <a:xfrm>
            <a:off x="786665" y="1937496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C0FEFF-6041-478A-AC9F-B922B874876C}"/>
              </a:ext>
            </a:extLst>
          </p:cNvPr>
          <p:cNvSpPr/>
          <p:nvPr/>
        </p:nvSpPr>
        <p:spPr>
          <a:xfrm>
            <a:off x="8355151" y="193749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68267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8F7D3BE-3CCC-41F8-91C1-EA4828636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374" y="1371600"/>
            <a:ext cx="8449250" cy="508534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83790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QR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1E8590-642E-4BEC-819A-C0F946F7E54D}"/>
              </a:ext>
            </a:extLst>
          </p:cNvPr>
          <p:cNvSpPr/>
          <p:nvPr/>
        </p:nvSpPr>
        <p:spPr>
          <a:xfrm>
            <a:off x="8485386" y="1548399"/>
            <a:ext cx="1669606" cy="349368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324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94DC47C-97EA-4DD8-BA3D-E044AE52C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74" y="1371598"/>
            <a:ext cx="8449250" cy="5085343"/>
          </a:xfrm>
          <a:prstGeom prst="rect">
            <a:avLst/>
          </a:prstGeom>
          <a:ln w="57150">
            <a:noFill/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2B5E315-A328-4E43-9FF1-5F658B5021E4}"/>
              </a:ext>
            </a:extLst>
          </p:cNvPr>
          <p:cNvSpPr/>
          <p:nvPr/>
        </p:nvSpPr>
        <p:spPr>
          <a:xfrm>
            <a:off x="8864409" y="2913321"/>
            <a:ext cx="940981" cy="1031358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32B245E-B8A6-4B2B-A50D-125E982BA9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E863ED5-9348-42B0-9E95-AB5EB5D74F34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83790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8621F2-FF18-4CA1-AC6C-5AABD79C24A4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QR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1410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2795A7-7E74-44BC-BC63-57AC298F7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902" y="1094316"/>
            <a:ext cx="2761408" cy="560223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2B5E315-A328-4E43-9FF1-5F658B5021E4}"/>
              </a:ext>
            </a:extLst>
          </p:cNvPr>
          <p:cNvSpPr/>
          <p:nvPr/>
        </p:nvSpPr>
        <p:spPr>
          <a:xfrm>
            <a:off x="3147259" y="2994627"/>
            <a:ext cx="940981" cy="1031358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E9944E-3C4A-4070-BA6D-B31DA790699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E0C207A-3D9D-4094-AFE5-40AD65C86E93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837904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B81666-DB10-4A7A-A00E-8153881C0382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QR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46654CD-5201-43EE-83E4-62A39E8BBE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814" y="1094316"/>
            <a:ext cx="2761408" cy="5602238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EF500737-E1E9-4D22-B08D-0526B063F489}"/>
              </a:ext>
            </a:extLst>
          </p:cNvPr>
          <p:cNvSpPr/>
          <p:nvPr/>
        </p:nvSpPr>
        <p:spPr>
          <a:xfrm>
            <a:off x="5486398" y="3314008"/>
            <a:ext cx="947652" cy="80356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081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169203-4C94-4832-9B0B-E1778358C099}"/>
              </a:ext>
            </a:extLst>
          </p:cNvPr>
          <p:cNvSpPr/>
          <p:nvPr/>
        </p:nvSpPr>
        <p:spPr>
          <a:xfrm>
            <a:off x="786665" y="1940717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핵심 기능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04BDD2-8DC7-4062-B25E-B13CFDD67EF1}"/>
              </a:ext>
            </a:extLst>
          </p:cNvPr>
          <p:cNvSpPr/>
          <p:nvPr/>
        </p:nvSpPr>
        <p:spPr>
          <a:xfrm>
            <a:off x="8355151" y="194071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F9AE2-334A-46D1-B547-FE7328C7D97C}"/>
              </a:ext>
            </a:extLst>
          </p:cNvPr>
          <p:cNvSpPr txBox="1"/>
          <p:nvPr/>
        </p:nvSpPr>
        <p:spPr>
          <a:xfrm>
            <a:off x="972250" y="2174268"/>
            <a:ext cx="267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실시간 파지 확률 계산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B418B-E1F6-4498-9BFD-5C159539AC3F}"/>
              </a:ext>
            </a:extLst>
          </p:cNvPr>
          <p:cNvSpPr txBox="1"/>
          <p:nvPr/>
        </p:nvSpPr>
        <p:spPr>
          <a:xfrm>
            <a:off x="8628432" y="2143491"/>
            <a:ext cx="250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대시보드</a:t>
            </a:r>
            <a:endParaRPr lang="ko-KR" altLang="en-US" sz="2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A3D1D0-939A-45C4-A8A0-D95801EA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DD3561-0716-44CE-96D9-1DE03B306F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0" t="50326" r="22907" b="7947"/>
          <a:stretch/>
        </p:blipFill>
        <p:spPr>
          <a:xfrm>
            <a:off x="8490009" y="3419603"/>
            <a:ext cx="2780464" cy="179306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11A7D783-0B50-40AF-8A3A-ED845C830BF5}"/>
              </a:ext>
            </a:extLst>
          </p:cNvPr>
          <p:cNvSpPr/>
          <p:nvPr/>
        </p:nvSpPr>
        <p:spPr>
          <a:xfrm>
            <a:off x="1792728" y="4583422"/>
            <a:ext cx="1038058" cy="1038058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5AFB3-2107-4B93-851C-B392126FAA6F}"/>
              </a:ext>
            </a:extLst>
          </p:cNvPr>
          <p:cNvSpPr txBox="1"/>
          <p:nvPr/>
        </p:nvSpPr>
        <p:spPr>
          <a:xfrm>
            <a:off x="1927766" y="4979356"/>
            <a:ext cx="7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95%</a:t>
            </a:r>
            <a:endParaRPr lang="ko-KR" altLang="en-US" dirty="0">
              <a:solidFill>
                <a:schemeClr val="accent6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EF2C3C-F21D-4C36-AA94-007B04D22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2801168"/>
            <a:ext cx="1720445" cy="1720445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8FB4A76-FB89-4AE3-9064-B5C5F27007B8}"/>
              </a:ext>
            </a:extLst>
          </p:cNvPr>
          <p:cNvSpPr/>
          <p:nvPr/>
        </p:nvSpPr>
        <p:spPr>
          <a:xfrm>
            <a:off x="786665" y="1937496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C0FEFF-6041-478A-AC9F-B922B874876C}"/>
              </a:ext>
            </a:extLst>
          </p:cNvPr>
          <p:cNvSpPr/>
          <p:nvPr/>
        </p:nvSpPr>
        <p:spPr>
          <a:xfrm>
            <a:off x="8355151" y="193749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BADEE3B-EAD9-4BA3-857E-1C8488CAA882}"/>
              </a:ext>
            </a:extLst>
          </p:cNvPr>
          <p:cNvSpPr/>
          <p:nvPr/>
        </p:nvSpPr>
        <p:spPr>
          <a:xfrm>
            <a:off x="4570908" y="194393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A52445-4344-4532-A8D0-33D1AFF69434}"/>
              </a:ext>
            </a:extLst>
          </p:cNvPr>
          <p:cNvSpPr txBox="1"/>
          <p:nvPr/>
        </p:nvSpPr>
        <p:spPr>
          <a:xfrm>
            <a:off x="4774548" y="2143490"/>
            <a:ext cx="2642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QR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ko-KR" altLang="en-US" sz="24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8F152BF-6A7A-44C9-987E-BE1EAF353C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78" y="3500577"/>
            <a:ext cx="1530843" cy="1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8129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169203-4C94-4832-9B0B-E1778358C099}"/>
              </a:ext>
            </a:extLst>
          </p:cNvPr>
          <p:cNvSpPr/>
          <p:nvPr/>
        </p:nvSpPr>
        <p:spPr>
          <a:xfrm>
            <a:off x="786665" y="1940717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429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핵심 기능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04BDD2-8DC7-4062-B25E-B13CFDD67EF1}"/>
              </a:ext>
            </a:extLst>
          </p:cNvPr>
          <p:cNvSpPr/>
          <p:nvPr/>
        </p:nvSpPr>
        <p:spPr>
          <a:xfrm>
            <a:off x="8355151" y="194071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F9AE2-334A-46D1-B547-FE7328C7D97C}"/>
              </a:ext>
            </a:extLst>
          </p:cNvPr>
          <p:cNvSpPr txBox="1"/>
          <p:nvPr/>
        </p:nvSpPr>
        <p:spPr>
          <a:xfrm>
            <a:off x="972250" y="2174268"/>
            <a:ext cx="267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실시간 파지 확률 계산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B418B-E1F6-4498-9BFD-5C159539AC3F}"/>
              </a:ext>
            </a:extLst>
          </p:cNvPr>
          <p:cNvSpPr txBox="1"/>
          <p:nvPr/>
        </p:nvSpPr>
        <p:spPr>
          <a:xfrm>
            <a:off x="8628432" y="2143491"/>
            <a:ext cx="2503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관리자 대시보드</a:t>
            </a:r>
            <a:endParaRPr lang="ko-KR" altLang="en-US" sz="24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A3D1D0-939A-45C4-A8A0-D95801EAB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DD3561-0716-44CE-96D9-1DE03B306FD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0" t="50326" r="22907" b="7947"/>
          <a:stretch/>
        </p:blipFill>
        <p:spPr>
          <a:xfrm>
            <a:off x="8490009" y="3419603"/>
            <a:ext cx="2780464" cy="1793064"/>
          </a:xfrm>
          <a:prstGeom prst="rect">
            <a:avLst/>
          </a:prstGeom>
        </p:spPr>
      </p:pic>
      <p:sp>
        <p:nvSpPr>
          <p:cNvPr id="40" name="타원 39">
            <a:extLst>
              <a:ext uri="{FF2B5EF4-FFF2-40B4-BE49-F238E27FC236}">
                <a16:creationId xmlns:a16="http://schemas.microsoft.com/office/drawing/2014/main" id="{11A7D783-0B50-40AF-8A3A-ED845C830BF5}"/>
              </a:ext>
            </a:extLst>
          </p:cNvPr>
          <p:cNvSpPr/>
          <p:nvPr/>
        </p:nvSpPr>
        <p:spPr>
          <a:xfrm>
            <a:off x="1792728" y="4583422"/>
            <a:ext cx="1038058" cy="1038058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5AFB3-2107-4B93-851C-B392126FAA6F}"/>
              </a:ext>
            </a:extLst>
          </p:cNvPr>
          <p:cNvSpPr txBox="1"/>
          <p:nvPr/>
        </p:nvSpPr>
        <p:spPr>
          <a:xfrm>
            <a:off x="1927766" y="4979356"/>
            <a:ext cx="75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6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95%</a:t>
            </a:r>
            <a:endParaRPr lang="ko-KR" altLang="en-US" dirty="0">
              <a:solidFill>
                <a:schemeClr val="accent6"/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7EF2C3C-F21D-4C36-AA94-007B04D22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50" y="2801168"/>
            <a:ext cx="1720445" cy="1720445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8FB4A76-FB89-4AE3-9064-B5C5F27007B8}"/>
              </a:ext>
            </a:extLst>
          </p:cNvPr>
          <p:cNvSpPr/>
          <p:nvPr/>
        </p:nvSpPr>
        <p:spPr>
          <a:xfrm>
            <a:off x="786665" y="1937496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518AF0D-A99D-499F-BB05-2C1AF6AF7D97}"/>
              </a:ext>
            </a:extLst>
          </p:cNvPr>
          <p:cNvSpPr/>
          <p:nvPr/>
        </p:nvSpPr>
        <p:spPr>
          <a:xfrm>
            <a:off x="4570908" y="1943938"/>
            <a:ext cx="3050183" cy="4086397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45B33D-AC9A-4342-AC60-77D0620CFE55}"/>
              </a:ext>
            </a:extLst>
          </p:cNvPr>
          <p:cNvSpPr txBox="1"/>
          <p:nvPr/>
        </p:nvSpPr>
        <p:spPr>
          <a:xfrm>
            <a:off x="4774548" y="2143490"/>
            <a:ext cx="2642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QR</a:t>
            </a:r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코드 영상 저장</a:t>
            </a:r>
            <a:endParaRPr lang="ko-KR" altLang="en-US" sz="24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EAC7300-B752-47A9-BD7D-870A763305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578" y="3500577"/>
            <a:ext cx="1530843" cy="1530843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0CBD68A-2F7B-43D3-A992-A017F6B3C305}"/>
              </a:ext>
            </a:extLst>
          </p:cNvPr>
          <p:cNvSpPr/>
          <p:nvPr/>
        </p:nvSpPr>
        <p:spPr>
          <a:xfrm>
            <a:off x="4570908" y="1940717"/>
            <a:ext cx="3050183" cy="4086397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15791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AB25D0D-BB9E-41A2-8868-DB83D455D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73" y="1348711"/>
            <a:ext cx="8449249" cy="5108230"/>
          </a:xfrm>
          <a:prstGeom prst="rect">
            <a:avLst/>
          </a:prstGeom>
          <a:ln w="57150"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5545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관리자 대시보드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45257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4B42849-4AC1-43D7-A996-162DD5C39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73" y="1348711"/>
            <a:ext cx="8449249" cy="5108230"/>
          </a:xfrm>
          <a:prstGeom prst="rect">
            <a:avLst/>
          </a:prstGeom>
          <a:ln w="57150"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5545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관리자 대시보드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015167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26D37A8-0A2F-4706-8DE6-1A6D9A19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72" y="1348711"/>
            <a:ext cx="8449249" cy="5108230"/>
          </a:xfrm>
          <a:prstGeom prst="rect">
            <a:avLst/>
          </a:prstGeom>
          <a:ln w="57150"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CE5DCB6-052B-42DA-AE0B-AC3744D5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55456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71096"/>
            <a:ext cx="365125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관리자 대시보드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94020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4633745" y="2967335"/>
            <a:ext cx="5200808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ko-KR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JIPCHAK</a:t>
            </a:r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시연</a:t>
            </a:r>
            <a:endParaRPr lang="en-US" altLang="ko-KR" sz="54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DA7018-6425-4C93-B317-49BC4FDB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8477" r="7087" b="7612"/>
          <a:stretch/>
        </p:blipFill>
        <p:spPr>
          <a:xfrm>
            <a:off x="1919278" y="2181225"/>
            <a:ext cx="2405062" cy="23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6889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F0E291-E80D-4B9A-8C81-4787BB596ECE}"/>
              </a:ext>
            </a:extLst>
          </p:cNvPr>
          <p:cNvSpPr txBox="1"/>
          <p:nvPr/>
        </p:nvSpPr>
        <p:spPr>
          <a:xfrm>
            <a:off x="4410074" y="3044279"/>
            <a:ext cx="5948363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4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오픈소스 </a:t>
            </a:r>
            <a:r>
              <a:rPr lang="en-US" altLang="ko-KR" sz="4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AI </a:t>
            </a:r>
            <a:r>
              <a:rPr lang="ko-KR" altLang="en-US" sz="4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파이프라인</a:t>
            </a:r>
            <a:endParaRPr lang="en-US" altLang="ko-KR" sz="44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DA7018-6425-4C93-B317-49BC4FDB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8477" r="7087" b="7612"/>
          <a:stretch/>
        </p:blipFill>
        <p:spPr>
          <a:xfrm>
            <a:off x="1919278" y="2181225"/>
            <a:ext cx="2405062" cy="23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9835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2A5DC9E9-55AF-4A88-A74D-B7B1968FFF94}"/>
              </a:ext>
            </a:extLst>
          </p:cNvPr>
          <p:cNvGrpSpPr/>
          <p:nvPr/>
        </p:nvGrpSpPr>
        <p:grpSpPr>
          <a:xfrm>
            <a:off x="452454" y="2359757"/>
            <a:ext cx="11226582" cy="1429220"/>
            <a:chOff x="357166" y="655252"/>
            <a:chExt cx="29769894" cy="37899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AD3F07-8AD3-42F5-BDAC-277CECA936DC}"/>
                </a:ext>
              </a:extLst>
            </p:cNvPr>
            <p:cNvSpPr txBox="1"/>
            <p:nvPr/>
          </p:nvSpPr>
          <p:spPr>
            <a:xfrm>
              <a:off x="357166" y="3771841"/>
              <a:ext cx="2929316" cy="67331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RGB-D </a:t>
              </a:r>
              <a:r>
                <a:rPr lang="ko-KR" altLang="en-US" sz="105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데이터</a:t>
              </a:r>
              <a:endParaRPr lang="en-US" altLang="ko-KR" sz="105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F1A60114-3C76-4DE6-858D-C2832FA83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756" y="2325820"/>
              <a:ext cx="2439752" cy="1373888"/>
            </a:xfrm>
            <a:prstGeom prst="rect">
              <a:avLst/>
            </a:prstGeom>
          </p:spPr>
        </p:pic>
        <p:sp>
          <p:nvSpPr>
            <p:cNvPr id="57" name="화살표: 갈매기형 수장 56">
              <a:extLst>
                <a:ext uri="{FF2B5EF4-FFF2-40B4-BE49-F238E27FC236}">
                  <a16:creationId xmlns:a16="http://schemas.microsoft.com/office/drawing/2014/main" id="{60709382-D385-4764-9889-34F66153AFA7}"/>
                </a:ext>
              </a:extLst>
            </p:cNvPr>
            <p:cNvSpPr/>
            <p:nvPr/>
          </p:nvSpPr>
          <p:spPr>
            <a:xfrm>
              <a:off x="3466213" y="2324526"/>
              <a:ext cx="1318437" cy="1960395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58" name="화살표: 갈매기형 수장 57">
              <a:extLst>
                <a:ext uri="{FF2B5EF4-FFF2-40B4-BE49-F238E27FC236}">
                  <a16:creationId xmlns:a16="http://schemas.microsoft.com/office/drawing/2014/main" id="{B6D2F90C-A3DA-4EDE-928E-D0DD3BE82B02}"/>
                </a:ext>
              </a:extLst>
            </p:cNvPr>
            <p:cNvSpPr/>
            <p:nvPr/>
          </p:nvSpPr>
          <p:spPr>
            <a:xfrm>
              <a:off x="10406838" y="2324526"/>
              <a:ext cx="1318437" cy="1960395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59" name="화살표: 갈매기형 수장 58">
              <a:extLst>
                <a:ext uri="{FF2B5EF4-FFF2-40B4-BE49-F238E27FC236}">
                  <a16:creationId xmlns:a16="http://schemas.microsoft.com/office/drawing/2014/main" id="{ECE139F2-6249-4EA2-9A73-7273CD665F81}"/>
                </a:ext>
              </a:extLst>
            </p:cNvPr>
            <p:cNvSpPr/>
            <p:nvPr/>
          </p:nvSpPr>
          <p:spPr>
            <a:xfrm>
              <a:off x="17347463" y="2324526"/>
              <a:ext cx="1318437" cy="1960395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60" name="화살표: 갈매기형 수장 59">
              <a:extLst>
                <a:ext uri="{FF2B5EF4-FFF2-40B4-BE49-F238E27FC236}">
                  <a16:creationId xmlns:a16="http://schemas.microsoft.com/office/drawing/2014/main" id="{B998C427-320E-4B3A-B6BD-83E44D5759D7}"/>
                </a:ext>
              </a:extLst>
            </p:cNvPr>
            <p:cNvSpPr/>
            <p:nvPr/>
          </p:nvSpPr>
          <p:spPr>
            <a:xfrm>
              <a:off x="24288088" y="2324526"/>
              <a:ext cx="1318437" cy="1960395"/>
            </a:xfrm>
            <a:prstGeom prst="chevr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solidFill>
                  <a:schemeClr val="tx1"/>
                </a:solidFill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A6C3C0AC-F42D-40ED-8CD7-1D7107666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65" y="2497283"/>
              <a:ext cx="3327564" cy="931717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EF55F6E-358D-4C06-8158-CBFA0460FD49}"/>
                </a:ext>
              </a:extLst>
            </p:cNvPr>
            <p:cNvSpPr txBox="1"/>
            <p:nvPr/>
          </p:nvSpPr>
          <p:spPr>
            <a:xfrm>
              <a:off x="6325278" y="3751442"/>
              <a:ext cx="2571139" cy="693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물체 탐지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94A9ED-A4FF-45B6-B27C-FC57A676EDF2}"/>
                </a:ext>
              </a:extLst>
            </p:cNvPr>
            <p:cNvSpPr txBox="1"/>
            <p:nvPr/>
          </p:nvSpPr>
          <p:spPr>
            <a:xfrm>
              <a:off x="13265904" y="3751440"/>
              <a:ext cx="2571139" cy="693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100" dirty="0" err="1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파지점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추론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83C1DF8-E512-48FC-954A-659AD4BD0B1B}"/>
                </a:ext>
              </a:extLst>
            </p:cNvPr>
            <p:cNvSpPr txBox="1"/>
            <p:nvPr/>
          </p:nvSpPr>
          <p:spPr>
            <a:xfrm>
              <a:off x="19863492" y="3751440"/>
              <a:ext cx="3322942" cy="693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최적 </a:t>
              </a:r>
              <a:r>
                <a:rPr lang="ko-KR" altLang="en-US" sz="1100" dirty="0" err="1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파지점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평가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53A5D0FB-27A8-4426-BC70-42594DF01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22788" y="1752604"/>
              <a:ext cx="3427162" cy="1260160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1EB8745-A394-4CCF-AD7E-B655A49714B9}"/>
                </a:ext>
              </a:extLst>
            </p:cNvPr>
            <p:cNvSpPr txBox="1"/>
            <p:nvPr/>
          </p:nvSpPr>
          <p:spPr>
            <a:xfrm>
              <a:off x="13098569" y="2689598"/>
              <a:ext cx="2937483" cy="734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i="0" dirty="0">
                  <a:solidFill>
                    <a:schemeClr val="accent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GR-</a:t>
              </a:r>
              <a:r>
                <a:rPr lang="en-US" altLang="ko-KR" sz="1200" b="1" i="0" dirty="0" err="1">
                  <a:solidFill>
                    <a:schemeClr val="accent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ConvNet</a:t>
              </a:r>
              <a:endParaRPr lang="ko-KR" altLang="en-US" sz="1200" b="1" dirty="0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BE95955-3105-4A47-92E2-691853DB384D}"/>
                </a:ext>
              </a:extLst>
            </p:cNvPr>
            <p:cNvSpPr txBox="1"/>
            <p:nvPr/>
          </p:nvSpPr>
          <p:spPr>
            <a:xfrm>
              <a:off x="13079291" y="3204811"/>
              <a:ext cx="2937483" cy="7345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b="1" i="0" dirty="0">
                  <a:solidFill>
                    <a:schemeClr val="accent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…</a:t>
              </a:r>
              <a:endParaRPr lang="ko-KR" altLang="en-US" sz="1200" b="1" dirty="0">
                <a:solidFill>
                  <a:schemeClr val="accent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F108E24F-01C3-4F9B-811B-BB9584F91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84181" y="655252"/>
              <a:ext cx="1944887" cy="2841033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1C6254E-C871-4CCD-AD82-871763D41477}"/>
                </a:ext>
              </a:extLst>
            </p:cNvPr>
            <p:cNvSpPr txBox="1"/>
            <p:nvPr/>
          </p:nvSpPr>
          <p:spPr>
            <a:xfrm>
              <a:off x="26804118" y="3751439"/>
              <a:ext cx="3322942" cy="693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100" dirty="0" err="1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파지점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 시각화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DADDA99-97AB-4119-9CBF-0FF79BEDD943}"/>
                </a:ext>
              </a:extLst>
            </p:cNvPr>
            <p:cNvSpPr txBox="1"/>
            <p:nvPr/>
          </p:nvSpPr>
          <p:spPr>
            <a:xfrm>
              <a:off x="26719175" y="2665897"/>
              <a:ext cx="3322942" cy="6937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100" dirty="0" err="1">
                  <a:solidFill>
                    <a:schemeClr val="accent1">
                      <a:lumMod val="50000"/>
                    </a:schemeClr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캡처본넣어야함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pic>
        <p:nvPicPr>
          <p:cNvPr id="71" name="그림 70">
            <a:extLst>
              <a:ext uri="{FF2B5EF4-FFF2-40B4-BE49-F238E27FC236}">
                <a16:creationId xmlns:a16="http://schemas.microsoft.com/office/drawing/2014/main" id="{1E7D1C32-88AB-4A91-9F96-C0B44E0F083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05653063-7C81-4C77-B35A-7F986077B42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9643144-CE42-4419-95FC-DE0C28A4CCCE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67270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CE898D0-DA7B-4BF6-A42D-FDC26CBD24B1}"/>
              </a:ext>
            </a:extLst>
          </p:cNvPr>
          <p:cNvSpPr txBox="1"/>
          <p:nvPr/>
        </p:nvSpPr>
        <p:spPr>
          <a:xfrm>
            <a:off x="837862" y="601873"/>
            <a:ext cx="365125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오픈소스 파이프라인</a:t>
            </a:r>
            <a:endParaRPr lang="en-US" altLang="ko-KR" sz="24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724789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517620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0911E4-19F0-42BD-939F-84F4EDB36E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FC5DE8-EB24-4DE8-815F-C25B5E9BE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56" y="2325820"/>
            <a:ext cx="2439752" cy="1373888"/>
          </a:xfrm>
          <a:prstGeom prst="rect">
            <a:avLst/>
          </a:prstGeom>
        </p:spPr>
      </p:pic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4634B8B9-481D-4BFE-9C6E-3BFE31F2C29B}"/>
              </a:ext>
            </a:extLst>
          </p:cNvPr>
          <p:cNvSpPr/>
          <p:nvPr/>
        </p:nvSpPr>
        <p:spPr>
          <a:xfrm>
            <a:off x="346621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갈매기형 수장 10">
            <a:extLst>
              <a:ext uri="{FF2B5EF4-FFF2-40B4-BE49-F238E27FC236}">
                <a16:creationId xmlns:a16="http://schemas.microsoft.com/office/drawing/2014/main" id="{229419DF-3F38-4BB8-A237-1C30CBA1CE55}"/>
              </a:ext>
            </a:extLst>
          </p:cNvPr>
          <p:cNvSpPr/>
          <p:nvPr/>
        </p:nvSpPr>
        <p:spPr>
          <a:xfrm>
            <a:off x="1040683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화살표: 갈매기형 수장 12">
            <a:extLst>
              <a:ext uri="{FF2B5EF4-FFF2-40B4-BE49-F238E27FC236}">
                <a16:creationId xmlns:a16="http://schemas.microsoft.com/office/drawing/2014/main" id="{2748D476-6BC7-4C67-9169-F3886C6E8C6B}"/>
              </a:ext>
            </a:extLst>
          </p:cNvPr>
          <p:cNvSpPr/>
          <p:nvPr/>
        </p:nvSpPr>
        <p:spPr>
          <a:xfrm>
            <a:off x="1734746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화살표: 갈매기형 수장 14">
            <a:extLst>
              <a:ext uri="{FF2B5EF4-FFF2-40B4-BE49-F238E27FC236}">
                <a16:creationId xmlns:a16="http://schemas.microsoft.com/office/drawing/2014/main" id="{39548EF3-BC6F-4A81-8550-41A3E76283DB}"/>
              </a:ext>
            </a:extLst>
          </p:cNvPr>
          <p:cNvSpPr/>
          <p:nvPr/>
        </p:nvSpPr>
        <p:spPr>
          <a:xfrm>
            <a:off x="2428808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F2CCFF8-9D79-4C25-9F31-8E5D1F097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065" y="2497283"/>
            <a:ext cx="3327564" cy="9317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8A34B8F-2523-4363-8271-4EAB8E3CB248}"/>
              </a:ext>
            </a:extLst>
          </p:cNvPr>
          <p:cNvSpPr txBox="1"/>
          <p:nvPr/>
        </p:nvSpPr>
        <p:spPr>
          <a:xfrm>
            <a:off x="6325278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21066-4C37-45AC-BBD1-38821DB79A75}"/>
              </a:ext>
            </a:extLst>
          </p:cNvPr>
          <p:cNvSpPr txBox="1"/>
          <p:nvPr/>
        </p:nvSpPr>
        <p:spPr>
          <a:xfrm>
            <a:off x="13265903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DC4096-FC7C-453D-90D8-11C8CE339369}"/>
              </a:ext>
            </a:extLst>
          </p:cNvPr>
          <p:cNvSpPr txBox="1"/>
          <p:nvPr/>
        </p:nvSpPr>
        <p:spPr>
          <a:xfrm>
            <a:off x="19863492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564EA9F-CE38-4F90-955B-C7D40D0E6C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788" y="1752604"/>
            <a:ext cx="3427162" cy="12601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77571F-12E1-45D4-9C87-0C44CC224B4D}"/>
              </a:ext>
            </a:extLst>
          </p:cNvPr>
          <p:cNvSpPr txBox="1"/>
          <p:nvPr/>
        </p:nvSpPr>
        <p:spPr>
          <a:xfrm>
            <a:off x="13098569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72D3E2-3CE4-4A3A-8846-3443C7F69107}"/>
              </a:ext>
            </a:extLst>
          </p:cNvPr>
          <p:cNvSpPr txBox="1"/>
          <p:nvPr/>
        </p:nvSpPr>
        <p:spPr>
          <a:xfrm>
            <a:off x="13079291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DD725E5-E49F-4870-AB26-05DE2B6CDF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4181" y="655252"/>
            <a:ext cx="1944887" cy="284103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385E6A0-D063-41FC-9C15-28A59A16BAA8}"/>
              </a:ext>
            </a:extLst>
          </p:cNvPr>
          <p:cNvSpPr txBox="1"/>
          <p:nvPr/>
        </p:nvSpPr>
        <p:spPr>
          <a:xfrm>
            <a:off x="26804117" y="3805916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3BFFB3-7771-4D65-B49C-876D6FBF22D2}"/>
              </a:ext>
            </a:extLst>
          </p:cNvPr>
          <p:cNvSpPr txBox="1"/>
          <p:nvPr/>
        </p:nvSpPr>
        <p:spPr>
          <a:xfrm>
            <a:off x="26719175" y="2720374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캡처본넣어야함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008243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F08988DF-118D-473F-8FE5-34A0331061DF}"/>
              </a:ext>
            </a:extLst>
          </p:cNvPr>
          <p:cNvSpPr txBox="1"/>
          <p:nvPr/>
        </p:nvSpPr>
        <p:spPr>
          <a:xfrm>
            <a:off x="-1061755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B0E11E0-DCE2-455A-AAB6-A1E954B72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619" y="2325820"/>
            <a:ext cx="2439752" cy="1373888"/>
          </a:xfrm>
          <a:prstGeom prst="rect">
            <a:avLst/>
          </a:prstGeom>
        </p:spPr>
      </p:pic>
      <p:sp>
        <p:nvSpPr>
          <p:cNvPr id="40" name="화살표: 갈매기형 수장 39">
            <a:extLst>
              <a:ext uri="{FF2B5EF4-FFF2-40B4-BE49-F238E27FC236}">
                <a16:creationId xmlns:a16="http://schemas.microsoft.com/office/drawing/2014/main" id="{B10C67AE-36A4-44E1-A160-618AE6CC090C}"/>
              </a:ext>
            </a:extLst>
          </p:cNvPr>
          <p:cNvSpPr/>
          <p:nvPr/>
        </p:nvSpPr>
        <p:spPr>
          <a:xfrm>
            <a:off x="188683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790DDE03-DEA1-4830-A898-EF7862D65DFC}"/>
              </a:ext>
            </a:extLst>
          </p:cNvPr>
          <p:cNvSpPr/>
          <p:nvPr/>
        </p:nvSpPr>
        <p:spPr>
          <a:xfrm>
            <a:off x="882746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0D0C4B18-189C-4AF2-B547-711AA52096C9}"/>
              </a:ext>
            </a:extLst>
          </p:cNvPr>
          <p:cNvSpPr/>
          <p:nvPr/>
        </p:nvSpPr>
        <p:spPr>
          <a:xfrm>
            <a:off x="1576808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6EFBF58F-EE74-4025-B184-8731855499D3}"/>
              </a:ext>
            </a:extLst>
          </p:cNvPr>
          <p:cNvSpPr/>
          <p:nvPr/>
        </p:nvSpPr>
        <p:spPr>
          <a:xfrm>
            <a:off x="2270871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F93746A3-FE5B-4E91-9134-8D20D4A1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90" y="2508643"/>
            <a:ext cx="3327564" cy="93171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13D8A2D-BA3E-47F6-97D7-4623BAC0FD8E}"/>
              </a:ext>
            </a:extLst>
          </p:cNvPr>
          <p:cNvSpPr txBox="1"/>
          <p:nvPr/>
        </p:nvSpPr>
        <p:spPr>
          <a:xfrm>
            <a:off x="4745903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747DBD-DC74-4962-88D1-67C33C13DBAA}"/>
              </a:ext>
            </a:extLst>
          </p:cNvPr>
          <p:cNvSpPr txBox="1"/>
          <p:nvPr/>
        </p:nvSpPr>
        <p:spPr>
          <a:xfrm>
            <a:off x="11686528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468E28-D6E7-4F94-9DDE-BA655FE83163}"/>
              </a:ext>
            </a:extLst>
          </p:cNvPr>
          <p:cNvSpPr txBox="1"/>
          <p:nvPr/>
        </p:nvSpPr>
        <p:spPr>
          <a:xfrm>
            <a:off x="1828411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9E8FEE7-0425-452C-8521-97C60BA80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413" y="1752604"/>
            <a:ext cx="3427162" cy="126016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730BE24-0229-439A-984B-765CF26B2442}"/>
              </a:ext>
            </a:extLst>
          </p:cNvPr>
          <p:cNvSpPr txBox="1"/>
          <p:nvPr/>
        </p:nvSpPr>
        <p:spPr>
          <a:xfrm>
            <a:off x="11519194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4D9757-0344-4EA6-B82B-96E5C854956C}"/>
              </a:ext>
            </a:extLst>
          </p:cNvPr>
          <p:cNvSpPr txBox="1"/>
          <p:nvPr/>
        </p:nvSpPr>
        <p:spPr>
          <a:xfrm>
            <a:off x="11499916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3245D649-7FDD-4430-B562-74039132620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E5BD16D-BA0A-421E-8CE2-772322C9DC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806" y="655252"/>
            <a:ext cx="1944887" cy="284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920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2704083-487C-4211-AA83-9096F1137655}"/>
              </a:ext>
            </a:extLst>
          </p:cNvPr>
          <p:cNvSpPr txBox="1"/>
          <p:nvPr/>
        </p:nvSpPr>
        <p:spPr>
          <a:xfrm>
            <a:off x="-8002380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96331CE-FE7E-48D2-A375-C9A9A346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31244" y="2325820"/>
            <a:ext cx="2439752" cy="1373888"/>
          </a:xfrm>
          <a:prstGeom prst="rect">
            <a:avLst/>
          </a:prstGeom>
        </p:spPr>
      </p:pic>
      <p:sp>
        <p:nvSpPr>
          <p:cNvPr id="30" name="화살표: 갈매기형 수장 29">
            <a:extLst>
              <a:ext uri="{FF2B5EF4-FFF2-40B4-BE49-F238E27FC236}">
                <a16:creationId xmlns:a16="http://schemas.microsoft.com/office/drawing/2014/main" id="{D1ADA465-29B6-4BB7-B28C-119ACE4CC2E0}"/>
              </a:ext>
            </a:extLst>
          </p:cNvPr>
          <p:cNvSpPr/>
          <p:nvPr/>
        </p:nvSpPr>
        <p:spPr>
          <a:xfrm>
            <a:off x="-505378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화살표: 갈매기형 수장 30">
            <a:extLst>
              <a:ext uri="{FF2B5EF4-FFF2-40B4-BE49-F238E27FC236}">
                <a16:creationId xmlns:a16="http://schemas.microsoft.com/office/drawing/2014/main" id="{95C5DC8C-448E-499A-A150-116F41C2F610}"/>
              </a:ext>
            </a:extLst>
          </p:cNvPr>
          <p:cNvSpPr/>
          <p:nvPr/>
        </p:nvSpPr>
        <p:spPr>
          <a:xfrm>
            <a:off x="188683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608BF57A-D3C9-4BF0-839C-0E126A7B3B6A}"/>
              </a:ext>
            </a:extLst>
          </p:cNvPr>
          <p:cNvSpPr/>
          <p:nvPr/>
        </p:nvSpPr>
        <p:spPr>
          <a:xfrm>
            <a:off x="882746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화살표: 갈매기형 수장 32">
            <a:extLst>
              <a:ext uri="{FF2B5EF4-FFF2-40B4-BE49-F238E27FC236}">
                <a16:creationId xmlns:a16="http://schemas.microsoft.com/office/drawing/2014/main" id="{338FE438-9594-4138-816F-532B0D767DB0}"/>
              </a:ext>
            </a:extLst>
          </p:cNvPr>
          <p:cNvSpPr/>
          <p:nvPr/>
        </p:nvSpPr>
        <p:spPr>
          <a:xfrm>
            <a:off x="1576808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EE68071-F5D4-4164-9114-20A70DB1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72935" y="2497283"/>
            <a:ext cx="3327564" cy="93171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88ECBFF-43FA-48C1-BB75-BBFB3DACF60E}"/>
              </a:ext>
            </a:extLst>
          </p:cNvPr>
          <p:cNvSpPr txBox="1"/>
          <p:nvPr/>
        </p:nvSpPr>
        <p:spPr>
          <a:xfrm>
            <a:off x="-2194722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3A5E9D-A0B7-4276-BB3F-4763826CDE17}"/>
              </a:ext>
            </a:extLst>
          </p:cNvPr>
          <p:cNvSpPr txBox="1"/>
          <p:nvPr/>
        </p:nvSpPr>
        <p:spPr>
          <a:xfrm>
            <a:off x="4745903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5B853-F898-46BD-BEC3-94CA070EF3E7}"/>
              </a:ext>
            </a:extLst>
          </p:cNvPr>
          <p:cNvSpPr txBox="1"/>
          <p:nvPr/>
        </p:nvSpPr>
        <p:spPr>
          <a:xfrm>
            <a:off x="11343492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2134110-E0B7-4FCD-A78E-96295CFA2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788" y="1752604"/>
            <a:ext cx="3427162" cy="126016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86C22E9-7366-4CB0-9658-BC9DB74CE8F7}"/>
              </a:ext>
            </a:extLst>
          </p:cNvPr>
          <p:cNvSpPr txBox="1"/>
          <p:nvPr/>
        </p:nvSpPr>
        <p:spPr>
          <a:xfrm>
            <a:off x="4578569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1511B1-57BD-4835-8233-4D9ADDF3AEE8}"/>
              </a:ext>
            </a:extLst>
          </p:cNvPr>
          <p:cNvSpPr txBox="1"/>
          <p:nvPr/>
        </p:nvSpPr>
        <p:spPr>
          <a:xfrm>
            <a:off x="4559291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5E118A64-4E26-44DA-B421-20CFC381690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530B7FA-47B6-4459-8B4C-A29ADC407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181" y="655252"/>
            <a:ext cx="1944887" cy="28410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D71C8BF-040C-477E-8C07-27D4ACE4EE91}"/>
              </a:ext>
            </a:extLst>
          </p:cNvPr>
          <p:cNvSpPr txBox="1"/>
          <p:nvPr/>
        </p:nvSpPr>
        <p:spPr>
          <a:xfrm>
            <a:off x="1828411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66F2DA-04B3-40E7-B15C-29AE79BB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33350" y="1150428"/>
            <a:ext cx="1824475" cy="23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90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5F8117-FD24-46F3-A348-2B24B3DCDCC6}"/>
              </a:ext>
            </a:extLst>
          </p:cNvPr>
          <p:cNvSpPr/>
          <p:nvPr/>
        </p:nvSpPr>
        <p:spPr>
          <a:xfrm>
            <a:off x="3747400" y="2114383"/>
            <a:ext cx="4077884" cy="261868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704083-487C-4211-AA83-9096F1137655}"/>
              </a:ext>
            </a:extLst>
          </p:cNvPr>
          <p:cNvSpPr txBox="1"/>
          <p:nvPr/>
        </p:nvSpPr>
        <p:spPr>
          <a:xfrm>
            <a:off x="-8002380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96331CE-FE7E-48D2-A375-C9A9A346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31244" y="2325820"/>
            <a:ext cx="2439752" cy="1373888"/>
          </a:xfrm>
          <a:prstGeom prst="rect">
            <a:avLst/>
          </a:prstGeom>
        </p:spPr>
      </p:pic>
      <p:sp>
        <p:nvSpPr>
          <p:cNvPr id="30" name="화살표: 갈매기형 수장 29">
            <a:extLst>
              <a:ext uri="{FF2B5EF4-FFF2-40B4-BE49-F238E27FC236}">
                <a16:creationId xmlns:a16="http://schemas.microsoft.com/office/drawing/2014/main" id="{D1ADA465-29B6-4BB7-B28C-119ACE4CC2E0}"/>
              </a:ext>
            </a:extLst>
          </p:cNvPr>
          <p:cNvSpPr/>
          <p:nvPr/>
        </p:nvSpPr>
        <p:spPr>
          <a:xfrm>
            <a:off x="-505378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화살표: 갈매기형 수장 30">
            <a:extLst>
              <a:ext uri="{FF2B5EF4-FFF2-40B4-BE49-F238E27FC236}">
                <a16:creationId xmlns:a16="http://schemas.microsoft.com/office/drawing/2014/main" id="{95C5DC8C-448E-499A-A150-116F41C2F610}"/>
              </a:ext>
            </a:extLst>
          </p:cNvPr>
          <p:cNvSpPr/>
          <p:nvPr/>
        </p:nvSpPr>
        <p:spPr>
          <a:xfrm>
            <a:off x="-149815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608BF57A-D3C9-4BF0-839C-0E126A7B3B6A}"/>
              </a:ext>
            </a:extLst>
          </p:cNvPr>
          <p:cNvSpPr/>
          <p:nvPr/>
        </p:nvSpPr>
        <p:spPr>
          <a:xfrm>
            <a:off x="1227492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EE68071-F5D4-4164-9114-20A70DB1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57925" y="2497283"/>
            <a:ext cx="3327564" cy="93171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88ECBFF-43FA-48C1-BB75-BBFB3DACF60E}"/>
              </a:ext>
            </a:extLst>
          </p:cNvPr>
          <p:cNvSpPr txBox="1"/>
          <p:nvPr/>
        </p:nvSpPr>
        <p:spPr>
          <a:xfrm>
            <a:off x="-5579712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3A5E9D-A0B7-4276-BB3F-4763826CDE17}"/>
              </a:ext>
            </a:extLst>
          </p:cNvPr>
          <p:cNvSpPr txBox="1"/>
          <p:nvPr/>
        </p:nvSpPr>
        <p:spPr>
          <a:xfrm>
            <a:off x="452198" y="517485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5B853-F898-46BD-BEC3-94CA070EF3E7}"/>
              </a:ext>
            </a:extLst>
          </p:cNvPr>
          <p:cNvSpPr txBox="1"/>
          <p:nvPr/>
        </p:nvSpPr>
        <p:spPr>
          <a:xfrm>
            <a:off x="1479095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2134110-E0B7-4FCD-A78E-96295CFA2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988" y="2416645"/>
            <a:ext cx="3427162" cy="126016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86C22E9-7366-4CB0-9658-BC9DB74CE8F7}"/>
              </a:ext>
            </a:extLst>
          </p:cNvPr>
          <p:cNvSpPr txBox="1"/>
          <p:nvPr/>
        </p:nvSpPr>
        <p:spPr>
          <a:xfrm>
            <a:off x="4337769" y="3353639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1511B1-57BD-4835-8233-4D9ADDF3AEE8}"/>
              </a:ext>
            </a:extLst>
          </p:cNvPr>
          <p:cNvSpPr txBox="1"/>
          <p:nvPr/>
        </p:nvSpPr>
        <p:spPr>
          <a:xfrm>
            <a:off x="4318491" y="3868853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5E118A64-4E26-44DA-B421-20CFC381690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530B7FA-47B6-4459-8B4C-A29ADC407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1646" y="655252"/>
            <a:ext cx="1944887" cy="2841033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66C8B90-BFBB-4B19-8552-1ECA7A03F3F1}"/>
              </a:ext>
            </a:extLst>
          </p:cNvPr>
          <p:cNvSpPr txBox="1"/>
          <p:nvPr/>
        </p:nvSpPr>
        <p:spPr>
          <a:xfrm>
            <a:off x="4196191" y="5085289"/>
            <a:ext cx="31587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b="1" i="0" dirty="0">
                <a:solidFill>
                  <a:schemeClr val="bg2">
                    <a:lumMod val="25000"/>
                  </a:schemeClr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추론 모델 어댑터</a:t>
            </a:r>
            <a:endParaRPr lang="ko-KR" altLang="en-US" sz="32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8FC67BC-C2ED-4D33-B3AA-6BAB7A7A60F1}"/>
              </a:ext>
            </a:extLst>
          </p:cNvPr>
          <p:cNvGrpSpPr/>
          <p:nvPr/>
        </p:nvGrpSpPr>
        <p:grpSpPr>
          <a:xfrm>
            <a:off x="2479027" y="2330467"/>
            <a:ext cx="880324" cy="2318195"/>
            <a:chOff x="607706" y="2324526"/>
            <a:chExt cx="880324" cy="2318195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0F65B738-F3CC-4CA6-970A-70E037EEE21D}"/>
                </a:ext>
              </a:extLst>
            </p:cNvPr>
            <p:cNvCxnSpPr/>
            <p:nvPr/>
          </p:nvCxnSpPr>
          <p:spPr>
            <a:xfrm>
              <a:off x="607707" y="2324526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37E923C-0972-4809-94B2-3950F972A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06" y="4275163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C1C9A38-C38D-4634-AC0A-AA80E5AE8FD2}"/>
              </a:ext>
            </a:extLst>
          </p:cNvPr>
          <p:cNvGrpSpPr/>
          <p:nvPr/>
        </p:nvGrpSpPr>
        <p:grpSpPr>
          <a:xfrm flipH="1">
            <a:off x="8213333" y="2330467"/>
            <a:ext cx="880324" cy="2318195"/>
            <a:chOff x="607706" y="2324526"/>
            <a:chExt cx="880324" cy="2318195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58B2B33-A05E-4CBA-8A83-6FE1B3FC2161}"/>
                </a:ext>
              </a:extLst>
            </p:cNvPr>
            <p:cNvCxnSpPr/>
            <p:nvPr/>
          </p:nvCxnSpPr>
          <p:spPr>
            <a:xfrm>
              <a:off x="607707" y="2324526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42C64B99-AC52-45AD-ADEF-0CDE578C1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06" y="4275163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F8987ED2-782A-454F-AA22-B0DF6D5CBBC4}"/>
              </a:ext>
            </a:extLst>
          </p:cNvPr>
          <p:cNvSpPr txBox="1"/>
          <p:nvPr/>
        </p:nvSpPr>
        <p:spPr>
          <a:xfrm>
            <a:off x="833288" y="3551558"/>
            <a:ext cx="2269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Point Cloud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E79CAE-F57F-4472-B6CB-1AFB66FA4C25}"/>
              </a:ext>
            </a:extLst>
          </p:cNvPr>
          <p:cNvSpPr txBox="1"/>
          <p:nvPr/>
        </p:nvSpPr>
        <p:spPr>
          <a:xfrm>
            <a:off x="833288" y="2925175"/>
            <a:ext cx="2269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RGB-D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1BA37C-A245-41E4-8BB1-C45D5789E6BB}"/>
              </a:ext>
            </a:extLst>
          </p:cNvPr>
          <p:cNvSpPr txBox="1"/>
          <p:nvPr/>
        </p:nvSpPr>
        <p:spPr>
          <a:xfrm>
            <a:off x="918121" y="1784502"/>
            <a:ext cx="2269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Input</a:t>
            </a:r>
            <a:endParaRPr lang="ko-KR" altLang="en-US" sz="16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5A2F52-84DA-408E-96B7-17358608663B}"/>
              </a:ext>
            </a:extLst>
          </p:cNvPr>
          <p:cNvSpPr txBox="1"/>
          <p:nvPr/>
        </p:nvSpPr>
        <p:spPr>
          <a:xfrm>
            <a:off x="8296786" y="1737214"/>
            <a:ext cx="2269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Output</a:t>
            </a:r>
            <a:endParaRPr lang="ko-KR" altLang="en-US" sz="16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9DB2A5-4881-4B65-8814-36D768B58BE6}"/>
              </a:ext>
            </a:extLst>
          </p:cNvPr>
          <p:cNvSpPr txBox="1"/>
          <p:nvPr/>
        </p:nvSpPr>
        <p:spPr>
          <a:xfrm>
            <a:off x="4672000" y="1603152"/>
            <a:ext cx="2269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Model</a:t>
            </a:r>
            <a:endParaRPr lang="ko-KR" altLang="en-US" sz="16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371356-AC9D-44E2-904B-313A5553BF93}"/>
              </a:ext>
            </a:extLst>
          </p:cNvPr>
          <p:cNvSpPr txBox="1"/>
          <p:nvPr/>
        </p:nvSpPr>
        <p:spPr>
          <a:xfrm>
            <a:off x="8258386" y="2910005"/>
            <a:ext cx="33638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Q</a:t>
            </a:r>
            <a:r>
              <a:rPr lang="en-US" altLang="ko-KR" sz="24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24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품질</a:t>
            </a:r>
            <a:r>
              <a:rPr lang="en-US" altLang="ko-KR" sz="24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), Angle, Width</a:t>
            </a:r>
            <a:endParaRPr lang="ko-KR" altLang="en-US" sz="28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248B9C-8DFE-4C8A-9382-A3251C994A3E}"/>
              </a:ext>
            </a:extLst>
          </p:cNvPr>
          <p:cNvSpPr txBox="1"/>
          <p:nvPr/>
        </p:nvSpPr>
        <p:spPr>
          <a:xfrm>
            <a:off x="8188930" y="3575084"/>
            <a:ext cx="3622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2">
                    <a:lumMod val="2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6DoF grasp pose, score</a:t>
            </a:r>
            <a:endParaRPr lang="ko-KR" altLang="en-US" sz="2400" b="1" dirty="0">
              <a:solidFill>
                <a:schemeClr val="bg2">
                  <a:lumMod val="25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1432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2704083-487C-4211-AA83-9096F1137655}"/>
              </a:ext>
            </a:extLst>
          </p:cNvPr>
          <p:cNvSpPr txBox="1"/>
          <p:nvPr/>
        </p:nvSpPr>
        <p:spPr>
          <a:xfrm>
            <a:off x="-8002380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96331CE-FE7E-48D2-A375-C9A9A346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31244" y="2325820"/>
            <a:ext cx="2439752" cy="1373888"/>
          </a:xfrm>
          <a:prstGeom prst="rect">
            <a:avLst/>
          </a:prstGeom>
        </p:spPr>
      </p:pic>
      <p:sp>
        <p:nvSpPr>
          <p:cNvPr id="30" name="화살표: 갈매기형 수장 29">
            <a:extLst>
              <a:ext uri="{FF2B5EF4-FFF2-40B4-BE49-F238E27FC236}">
                <a16:creationId xmlns:a16="http://schemas.microsoft.com/office/drawing/2014/main" id="{D1ADA465-29B6-4BB7-B28C-119ACE4CC2E0}"/>
              </a:ext>
            </a:extLst>
          </p:cNvPr>
          <p:cNvSpPr/>
          <p:nvPr/>
        </p:nvSpPr>
        <p:spPr>
          <a:xfrm>
            <a:off x="-505378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화살표: 갈매기형 수장 30">
            <a:extLst>
              <a:ext uri="{FF2B5EF4-FFF2-40B4-BE49-F238E27FC236}">
                <a16:creationId xmlns:a16="http://schemas.microsoft.com/office/drawing/2014/main" id="{95C5DC8C-448E-499A-A150-116F41C2F610}"/>
              </a:ext>
            </a:extLst>
          </p:cNvPr>
          <p:cNvSpPr/>
          <p:nvPr/>
        </p:nvSpPr>
        <p:spPr>
          <a:xfrm>
            <a:off x="-149815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608BF57A-D3C9-4BF0-839C-0E126A7B3B6A}"/>
              </a:ext>
            </a:extLst>
          </p:cNvPr>
          <p:cNvSpPr/>
          <p:nvPr/>
        </p:nvSpPr>
        <p:spPr>
          <a:xfrm>
            <a:off x="1227492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EE68071-F5D4-4164-9114-20A70DB1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57925" y="2497283"/>
            <a:ext cx="3327564" cy="93171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88ECBFF-43FA-48C1-BB75-BBFB3DACF60E}"/>
              </a:ext>
            </a:extLst>
          </p:cNvPr>
          <p:cNvSpPr txBox="1"/>
          <p:nvPr/>
        </p:nvSpPr>
        <p:spPr>
          <a:xfrm>
            <a:off x="-5579712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3A5E9D-A0B7-4276-BB3F-4763826CDE17}"/>
              </a:ext>
            </a:extLst>
          </p:cNvPr>
          <p:cNvSpPr txBox="1"/>
          <p:nvPr/>
        </p:nvSpPr>
        <p:spPr>
          <a:xfrm>
            <a:off x="452198" y="517485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5B853-F898-46BD-BEC3-94CA070EF3E7}"/>
              </a:ext>
            </a:extLst>
          </p:cNvPr>
          <p:cNvSpPr txBox="1"/>
          <p:nvPr/>
        </p:nvSpPr>
        <p:spPr>
          <a:xfrm>
            <a:off x="1479095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5E118A64-4E26-44DA-B421-20CFC38169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530B7FA-47B6-4459-8B4C-A29ADC407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1646" y="655252"/>
            <a:ext cx="1944887" cy="28410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3734A3-BD38-489D-970D-F44969AD12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155" y="1983439"/>
            <a:ext cx="5121019" cy="2880573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953F60-5245-4E22-A372-B818900B46BD}"/>
              </a:ext>
            </a:extLst>
          </p:cNvPr>
          <p:cNvSpPr/>
          <p:nvPr/>
        </p:nvSpPr>
        <p:spPr>
          <a:xfrm>
            <a:off x="2179850" y="2114383"/>
            <a:ext cx="4077884" cy="261868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67E9858-8297-4359-B8B0-4CAB3FE182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438" y="2416645"/>
            <a:ext cx="3427162" cy="12601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135741C-7D8C-4E87-9CFF-C7C201739CC1}"/>
              </a:ext>
            </a:extLst>
          </p:cNvPr>
          <p:cNvSpPr txBox="1"/>
          <p:nvPr/>
        </p:nvSpPr>
        <p:spPr>
          <a:xfrm>
            <a:off x="2770219" y="3353639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FD6797-2298-4001-8E02-10045AD8ED15}"/>
              </a:ext>
            </a:extLst>
          </p:cNvPr>
          <p:cNvSpPr txBox="1"/>
          <p:nvPr/>
        </p:nvSpPr>
        <p:spPr>
          <a:xfrm>
            <a:off x="2750941" y="3868853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A330383-9020-44CD-99F2-21079DDFB32A}"/>
              </a:ext>
            </a:extLst>
          </p:cNvPr>
          <p:cNvGrpSpPr/>
          <p:nvPr/>
        </p:nvGrpSpPr>
        <p:grpSpPr>
          <a:xfrm>
            <a:off x="911477" y="2330467"/>
            <a:ext cx="880324" cy="2318195"/>
            <a:chOff x="607706" y="2324526"/>
            <a:chExt cx="880324" cy="2318195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F3D57C75-8A33-4B91-A316-71E66CB507C7}"/>
                </a:ext>
              </a:extLst>
            </p:cNvPr>
            <p:cNvCxnSpPr/>
            <p:nvPr/>
          </p:nvCxnSpPr>
          <p:spPr>
            <a:xfrm>
              <a:off x="607707" y="2324526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92079F5B-1D70-47BD-97F5-8DBC0361D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06" y="4275163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4C3A40F-CBD3-4ACA-B7D9-541E34706A83}"/>
              </a:ext>
            </a:extLst>
          </p:cNvPr>
          <p:cNvGrpSpPr/>
          <p:nvPr/>
        </p:nvGrpSpPr>
        <p:grpSpPr>
          <a:xfrm flipH="1">
            <a:off x="6645783" y="2330467"/>
            <a:ext cx="880324" cy="2318195"/>
            <a:chOff x="607706" y="2324526"/>
            <a:chExt cx="880324" cy="2318195"/>
          </a:xfrm>
        </p:grpSpPr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D5299FF7-4D77-45A1-B959-E87EECBC5E7D}"/>
                </a:ext>
              </a:extLst>
            </p:cNvPr>
            <p:cNvCxnSpPr/>
            <p:nvPr/>
          </p:nvCxnSpPr>
          <p:spPr>
            <a:xfrm>
              <a:off x="607707" y="2324526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653770EE-6315-4752-91E5-989913FA4A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06" y="4275163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6448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D5223255-A521-43EC-A1E9-F2FD95EE0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296" y="1933563"/>
            <a:ext cx="6099408" cy="343091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03622FB-43CE-4D85-B652-CD4AA59C8973}"/>
              </a:ext>
            </a:extLst>
          </p:cNvPr>
          <p:cNvSpPr txBox="1"/>
          <p:nvPr/>
        </p:nvSpPr>
        <p:spPr>
          <a:xfrm>
            <a:off x="452198" y="517485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15635C22-6775-4289-8DBA-5B6BA48C26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C3EBC340-BD48-45B8-99E3-C84D4596F4B3}"/>
              </a:ext>
            </a:extLst>
          </p:cNvPr>
          <p:cNvSpPr/>
          <p:nvPr/>
        </p:nvSpPr>
        <p:spPr>
          <a:xfrm>
            <a:off x="-2909702" y="2114383"/>
            <a:ext cx="4077884" cy="261868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6D0CBDEE-C574-409E-94EF-99CBDD53B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5114" y="2416645"/>
            <a:ext cx="3427162" cy="126016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92B8B25-7443-4DBA-BBE6-33231883EDFB}"/>
              </a:ext>
            </a:extLst>
          </p:cNvPr>
          <p:cNvSpPr txBox="1"/>
          <p:nvPr/>
        </p:nvSpPr>
        <p:spPr>
          <a:xfrm>
            <a:off x="-2319333" y="3353639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95258F-73BB-4C98-9DAB-3FE15C0AE1F5}"/>
              </a:ext>
            </a:extLst>
          </p:cNvPr>
          <p:cNvSpPr txBox="1"/>
          <p:nvPr/>
        </p:nvSpPr>
        <p:spPr>
          <a:xfrm>
            <a:off x="-2338611" y="3868853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5D74B8F-0E17-4667-AE4E-498345854C44}"/>
              </a:ext>
            </a:extLst>
          </p:cNvPr>
          <p:cNvGrpSpPr/>
          <p:nvPr/>
        </p:nvGrpSpPr>
        <p:grpSpPr>
          <a:xfrm>
            <a:off x="-4178075" y="2330467"/>
            <a:ext cx="880324" cy="2318195"/>
            <a:chOff x="607706" y="2324526"/>
            <a:chExt cx="880324" cy="2318195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B552B97D-B6B5-44A1-8A29-4DFCA1D0A7E1}"/>
                </a:ext>
              </a:extLst>
            </p:cNvPr>
            <p:cNvCxnSpPr/>
            <p:nvPr/>
          </p:nvCxnSpPr>
          <p:spPr>
            <a:xfrm>
              <a:off x="607707" y="2324526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70A7301-470A-49BA-96D7-C81FB639B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06" y="4275163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54BB3E6-D878-4C63-8A8E-2DA70766C8E5}"/>
              </a:ext>
            </a:extLst>
          </p:cNvPr>
          <p:cNvGrpSpPr/>
          <p:nvPr/>
        </p:nvGrpSpPr>
        <p:grpSpPr>
          <a:xfrm flipH="1">
            <a:off x="1556231" y="2330467"/>
            <a:ext cx="880324" cy="2318195"/>
            <a:chOff x="607706" y="2324526"/>
            <a:chExt cx="880324" cy="2318195"/>
          </a:xfrm>
        </p:grpSpPr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2DCCDC2B-3320-4199-B728-3D92A4D965FC}"/>
                </a:ext>
              </a:extLst>
            </p:cNvPr>
            <p:cNvCxnSpPr/>
            <p:nvPr/>
          </p:nvCxnSpPr>
          <p:spPr>
            <a:xfrm>
              <a:off x="607707" y="2324526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A46D513-B398-48DF-A9A7-A949A39439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706" y="4275163"/>
              <a:ext cx="880323" cy="367558"/>
            </a:xfrm>
            <a:prstGeom prst="line">
              <a:avLst/>
            </a:prstGeom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0098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54E362D2-1925-4AD1-972A-876A64B29D52}"/>
              </a:ext>
            </a:extLst>
          </p:cNvPr>
          <p:cNvSpPr/>
          <p:nvPr/>
        </p:nvSpPr>
        <p:spPr>
          <a:xfrm>
            <a:off x="1576808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0A2AC6-BB3B-4098-983F-F6687BE2CF81}"/>
              </a:ext>
            </a:extLst>
          </p:cNvPr>
          <p:cNvSpPr txBox="1"/>
          <p:nvPr/>
        </p:nvSpPr>
        <p:spPr>
          <a:xfrm>
            <a:off x="1828411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704083-487C-4211-AA83-9096F1137655}"/>
              </a:ext>
            </a:extLst>
          </p:cNvPr>
          <p:cNvSpPr txBox="1"/>
          <p:nvPr/>
        </p:nvSpPr>
        <p:spPr>
          <a:xfrm>
            <a:off x="-8002380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96331CE-FE7E-48D2-A375-C9A9A346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31244" y="2325820"/>
            <a:ext cx="2439752" cy="1373888"/>
          </a:xfrm>
          <a:prstGeom prst="rect">
            <a:avLst/>
          </a:prstGeom>
        </p:spPr>
      </p:pic>
      <p:sp>
        <p:nvSpPr>
          <p:cNvPr id="30" name="화살표: 갈매기형 수장 29">
            <a:extLst>
              <a:ext uri="{FF2B5EF4-FFF2-40B4-BE49-F238E27FC236}">
                <a16:creationId xmlns:a16="http://schemas.microsoft.com/office/drawing/2014/main" id="{D1ADA465-29B6-4BB7-B28C-119ACE4CC2E0}"/>
              </a:ext>
            </a:extLst>
          </p:cNvPr>
          <p:cNvSpPr/>
          <p:nvPr/>
        </p:nvSpPr>
        <p:spPr>
          <a:xfrm>
            <a:off x="-505378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화살표: 갈매기형 수장 30">
            <a:extLst>
              <a:ext uri="{FF2B5EF4-FFF2-40B4-BE49-F238E27FC236}">
                <a16:creationId xmlns:a16="http://schemas.microsoft.com/office/drawing/2014/main" id="{95C5DC8C-448E-499A-A150-116F41C2F610}"/>
              </a:ext>
            </a:extLst>
          </p:cNvPr>
          <p:cNvSpPr/>
          <p:nvPr/>
        </p:nvSpPr>
        <p:spPr>
          <a:xfrm>
            <a:off x="188683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608BF57A-D3C9-4BF0-839C-0E126A7B3B6A}"/>
              </a:ext>
            </a:extLst>
          </p:cNvPr>
          <p:cNvSpPr/>
          <p:nvPr/>
        </p:nvSpPr>
        <p:spPr>
          <a:xfrm>
            <a:off x="882746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EE68071-F5D4-4164-9114-20A70DB1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72935" y="2497283"/>
            <a:ext cx="3327564" cy="93171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88ECBFF-43FA-48C1-BB75-BBFB3DACF60E}"/>
              </a:ext>
            </a:extLst>
          </p:cNvPr>
          <p:cNvSpPr txBox="1"/>
          <p:nvPr/>
        </p:nvSpPr>
        <p:spPr>
          <a:xfrm>
            <a:off x="-2194722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3A5E9D-A0B7-4276-BB3F-4763826CDE17}"/>
              </a:ext>
            </a:extLst>
          </p:cNvPr>
          <p:cNvSpPr txBox="1"/>
          <p:nvPr/>
        </p:nvSpPr>
        <p:spPr>
          <a:xfrm>
            <a:off x="4745903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A5B853-F898-46BD-BEC3-94CA070EF3E7}"/>
              </a:ext>
            </a:extLst>
          </p:cNvPr>
          <p:cNvSpPr txBox="1"/>
          <p:nvPr/>
        </p:nvSpPr>
        <p:spPr>
          <a:xfrm>
            <a:off x="11343492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2134110-E0B7-4FCD-A78E-96295CFA2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788" y="1752604"/>
            <a:ext cx="3427162" cy="126016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86C22E9-7366-4CB0-9658-BC9DB74CE8F7}"/>
              </a:ext>
            </a:extLst>
          </p:cNvPr>
          <p:cNvSpPr txBox="1"/>
          <p:nvPr/>
        </p:nvSpPr>
        <p:spPr>
          <a:xfrm>
            <a:off x="4578569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1511B1-57BD-4835-8233-4D9ADDF3AEE8}"/>
              </a:ext>
            </a:extLst>
          </p:cNvPr>
          <p:cNvSpPr txBox="1"/>
          <p:nvPr/>
        </p:nvSpPr>
        <p:spPr>
          <a:xfrm>
            <a:off x="4559291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5E118A64-4E26-44DA-B421-20CFC381690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F530B7FA-47B6-4459-8B4C-A29ADC407A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181" y="655252"/>
            <a:ext cx="1944887" cy="284103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B739F6B-1E6E-4721-B858-E1369205A0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33350" y="1150428"/>
            <a:ext cx="1824475" cy="23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24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47DDEC9-7143-466E-82EA-E704B0703124}"/>
              </a:ext>
            </a:extLst>
          </p:cNvPr>
          <p:cNvSpPr txBox="1"/>
          <p:nvPr/>
        </p:nvSpPr>
        <p:spPr>
          <a:xfrm>
            <a:off x="-14943005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CA07506-7498-4B15-A103-3A9C39FA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71869" y="2325820"/>
            <a:ext cx="2439752" cy="1373888"/>
          </a:xfrm>
          <a:prstGeom prst="rect">
            <a:avLst/>
          </a:prstGeom>
        </p:spPr>
      </p:pic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DC6009A3-DAF1-4DC7-AED7-20AF98269373}"/>
              </a:ext>
            </a:extLst>
          </p:cNvPr>
          <p:cNvSpPr/>
          <p:nvPr/>
        </p:nvSpPr>
        <p:spPr>
          <a:xfrm>
            <a:off x="-1199441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9AC7FC04-1BEE-48AC-8663-E276A992E33B}"/>
              </a:ext>
            </a:extLst>
          </p:cNvPr>
          <p:cNvSpPr/>
          <p:nvPr/>
        </p:nvSpPr>
        <p:spPr>
          <a:xfrm>
            <a:off x="-505378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69C6770F-CA41-4AB0-A4BF-84961E886CFE}"/>
              </a:ext>
            </a:extLst>
          </p:cNvPr>
          <p:cNvSpPr/>
          <p:nvPr/>
        </p:nvSpPr>
        <p:spPr>
          <a:xfrm>
            <a:off x="188683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화살표: 갈매기형 수장 43">
            <a:extLst>
              <a:ext uri="{FF2B5EF4-FFF2-40B4-BE49-F238E27FC236}">
                <a16:creationId xmlns:a16="http://schemas.microsoft.com/office/drawing/2014/main" id="{DA272C2A-EE57-48FC-B21C-4B7EE95D95FC}"/>
              </a:ext>
            </a:extLst>
          </p:cNvPr>
          <p:cNvSpPr/>
          <p:nvPr/>
        </p:nvSpPr>
        <p:spPr>
          <a:xfrm>
            <a:off x="882746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717B834-95C3-4D27-8AAB-2A702BBB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13560" y="2497283"/>
            <a:ext cx="3327564" cy="9317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4740B55-8438-4226-A638-A07312A853FA}"/>
              </a:ext>
            </a:extLst>
          </p:cNvPr>
          <p:cNvSpPr txBox="1"/>
          <p:nvPr/>
        </p:nvSpPr>
        <p:spPr>
          <a:xfrm>
            <a:off x="-9135347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B972C3-07D1-4799-9A07-32FD036F1EF0}"/>
              </a:ext>
            </a:extLst>
          </p:cNvPr>
          <p:cNvSpPr txBox="1"/>
          <p:nvPr/>
        </p:nvSpPr>
        <p:spPr>
          <a:xfrm>
            <a:off x="-2194722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18C5EF-4738-48F6-901C-07F9296DEEB6}"/>
              </a:ext>
            </a:extLst>
          </p:cNvPr>
          <p:cNvSpPr txBox="1"/>
          <p:nvPr/>
        </p:nvSpPr>
        <p:spPr>
          <a:xfrm>
            <a:off x="440286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BD5ECB6-77F8-4289-B0CD-FF3AA3735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7837" y="1752604"/>
            <a:ext cx="3427162" cy="12601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B26061B-0BDC-4F6C-8C1F-11C21020B41F}"/>
              </a:ext>
            </a:extLst>
          </p:cNvPr>
          <p:cNvSpPr txBox="1"/>
          <p:nvPr/>
        </p:nvSpPr>
        <p:spPr>
          <a:xfrm>
            <a:off x="-2362056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39B534-4670-459D-B9E0-968C75C8C253}"/>
              </a:ext>
            </a:extLst>
          </p:cNvPr>
          <p:cNvSpPr txBox="1"/>
          <p:nvPr/>
        </p:nvSpPr>
        <p:spPr>
          <a:xfrm>
            <a:off x="-2381334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8C56E372-FCC9-47E4-905A-EE9DC8DB1F5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4735383-5071-4BD3-BA06-DA085C01A3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556" y="655252"/>
            <a:ext cx="1944887" cy="28410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0338A7E-D12E-4885-BF35-0D36D3801988}"/>
              </a:ext>
            </a:extLst>
          </p:cNvPr>
          <p:cNvSpPr txBox="1"/>
          <p:nvPr/>
        </p:nvSpPr>
        <p:spPr>
          <a:xfrm>
            <a:off x="11343492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6B2EC79-9226-4AF5-B991-396FE735F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2725" y="1298095"/>
            <a:ext cx="1824475" cy="23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29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170B83F-37AB-40FB-BD36-E6B6B520A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26976">
            <a:off x="3560475" y="1595940"/>
            <a:ext cx="4109002" cy="54786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96B7349-388B-4176-AC38-6BD85707BB39}"/>
              </a:ext>
            </a:extLst>
          </p:cNvPr>
          <p:cNvSpPr/>
          <p:nvPr/>
        </p:nvSpPr>
        <p:spPr>
          <a:xfrm>
            <a:off x="3969973" y="2828393"/>
            <a:ext cx="2640969" cy="25841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5B5DC32F-C7D4-4942-B496-4527CAF1C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63525">
            <a:off x="4159944" y="417321"/>
            <a:ext cx="4123411" cy="602335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A330172F-AD04-4D4C-9D72-457B72F1A351}"/>
              </a:ext>
            </a:extLst>
          </p:cNvPr>
          <p:cNvSpPr txBox="1"/>
          <p:nvPr/>
        </p:nvSpPr>
        <p:spPr>
          <a:xfrm>
            <a:off x="14813668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7DDEC9-7143-466E-82EA-E704B0703124}"/>
              </a:ext>
            </a:extLst>
          </p:cNvPr>
          <p:cNvSpPr txBox="1"/>
          <p:nvPr/>
        </p:nvSpPr>
        <p:spPr>
          <a:xfrm>
            <a:off x="-14943005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CA07506-7498-4B15-A103-3A9C39FAAB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71869" y="2325820"/>
            <a:ext cx="2439752" cy="1373888"/>
          </a:xfrm>
          <a:prstGeom prst="rect">
            <a:avLst/>
          </a:prstGeom>
        </p:spPr>
      </p:pic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DC6009A3-DAF1-4DC7-AED7-20AF98269373}"/>
              </a:ext>
            </a:extLst>
          </p:cNvPr>
          <p:cNvSpPr/>
          <p:nvPr/>
        </p:nvSpPr>
        <p:spPr>
          <a:xfrm>
            <a:off x="-1199441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9AC7FC04-1BEE-48AC-8663-E276A992E33B}"/>
              </a:ext>
            </a:extLst>
          </p:cNvPr>
          <p:cNvSpPr/>
          <p:nvPr/>
        </p:nvSpPr>
        <p:spPr>
          <a:xfrm>
            <a:off x="-849557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69C6770F-CA41-4AB0-A4BF-84961E886CFE}"/>
              </a:ext>
            </a:extLst>
          </p:cNvPr>
          <p:cNvSpPr/>
          <p:nvPr/>
        </p:nvSpPr>
        <p:spPr>
          <a:xfrm>
            <a:off x="-155494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717B834-95C3-4D27-8AAB-2A702BBB0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13560" y="2497283"/>
            <a:ext cx="3327564" cy="9317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4740B55-8438-4226-A638-A07312A853FA}"/>
              </a:ext>
            </a:extLst>
          </p:cNvPr>
          <p:cNvSpPr txBox="1"/>
          <p:nvPr/>
        </p:nvSpPr>
        <p:spPr>
          <a:xfrm>
            <a:off x="-9135347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B972C3-07D1-4799-9A07-32FD036F1EF0}"/>
              </a:ext>
            </a:extLst>
          </p:cNvPr>
          <p:cNvSpPr txBox="1"/>
          <p:nvPr/>
        </p:nvSpPr>
        <p:spPr>
          <a:xfrm>
            <a:off x="-5636507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BD5ECB6-77F8-4289-B0CD-FF3AA3735E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79622" y="1752604"/>
            <a:ext cx="3427162" cy="12601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B26061B-0BDC-4F6C-8C1F-11C21020B41F}"/>
              </a:ext>
            </a:extLst>
          </p:cNvPr>
          <p:cNvSpPr txBox="1"/>
          <p:nvPr/>
        </p:nvSpPr>
        <p:spPr>
          <a:xfrm>
            <a:off x="-5803841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39B534-4670-459D-B9E0-968C75C8C253}"/>
              </a:ext>
            </a:extLst>
          </p:cNvPr>
          <p:cNvSpPr txBox="1"/>
          <p:nvPr/>
        </p:nvSpPr>
        <p:spPr>
          <a:xfrm>
            <a:off x="-5823119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EFF53F91-4B24-4720-B121-0F313B0A1C28}"/>
              </a:ext>
            </a:extLst>
          </p:cNvPr>
          <p:cNvSpPr/>
          <p:nvPr/>
        </p:nvSpPr>
        <p:spPr>
          <a:xfrm>
            <a:off x="12297639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화살표: 갈매기형 수장 64">
            <a:extLst>
              <a:ext uri="{FF2B5EF4-FFF2-40B4-BE49-F238E27FC236}">
                <a16:creationId xmlns:a16="http://schemas.microsoft.com/office/drawing/2014/main" id="{9A7049E2-52E5-4831-9D7F-EF20C15C0978}"/>
              </a:ext>
            </a:extLst>
          </p:cNvPr>
          <p:cNvSpPr/>
          <p:nvPr/>
        </p:nvSpPr>
        <p:spPr>
          <a:xfrm>
            <a:off x="12297639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0D13C6-6786-419E-B9F5-1D7FF3FE7599}"/>
              </a:ext>
            </a:extLst>
          </p:cNvPr>
          <p:cNvSpPr txBox="1"/>
          <p:nvPr/>
        </p:nvSpPr>
        <p:spPr>
          <a:xfrm>
            <a:off x="14728726" y="2720375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캡처본넣어야함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F1577031-3F8A-4F95-B5F3-EB06E8E18D4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B06A473-C3C0-4F29-B5D3-C91A972FCF45}"/>
              </a:ext>
            </a:extLst>
          </p:cNvPr>
          <p:cNvSpPr txBox="1"/>
          <p:nvPr/>
        </p:nvSpPr>
        <p:spPr>
          <a:xfrm>
            <a:off x="452197" y="517485"/>
            <a:ext cx="322244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FF867A3D-4F52-45C8-A850-BB757B1C0592}"/>
              </a:ext>
            </a:extLst>
          </p:cNvPr>
          <p:cNvSpPr/>
          <p:nvPr/>
        </p:nvSpPr>
        <p:spPr>
          <a:xfrm rot="18972303">
            <a:off x="7748185" y="1811712"/>
            <a:ext cx="1285674" cy="1025628"/>
          </a:xfrm>
          <a:prstGeom prst="curvedUp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70292C-44CB-4725-BC2E-BB893FB32D3B}"/>
              </a:ext>
            </a:extLst>
          </p:cNvPr>
          <p:cNvSpPr txBox="1"/>
          <p:nvPr/>
        </p:nvSpPr>
        <p:spPr>
          <a:xfrm>
            <a:off x="8745778" y="1693632"/>
            <a:ext cx="182569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7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집게 회전각</a:t>
            </a:r>
            <a:endParaRPr lang="en-US" altLang="ko-KR" sz="2400" dirty="0">
              <a:solidFill>
                <a:schemeClr val="accent1">
                  <a:lumMod val="7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11" name="화살표: 왼쪽/오른쪽 10">
            <a:extLst>
              <a:ext uri="{FF2B5EF4-FFF2-40B4-BE49-F238E27FC236}">
                <a16:creationId xmlns:a16="http://schemas.microsoft.com/office/drawing/2014/main" id="{527DCF40-0860-4E0E-8DCA-CB09290D307A}"/>
              </a:ext>
            </a:extLst>
          </p:cNvPr>
          <p:cNvSpPr/>
          <p:nvPr/>
        </p:nvSpPr>
        <p:spPr>
          <a:xfrm rot="5400000">
            <a:off x="3527758" y="4237698"/>
            <a:ext cx="1406165" cy="330186"/>
          </a:xfrm>
          <a:prstGeom prst="left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C424570-0844-4186-93DD-9342E2E93092}"/>
              </a:ext>
            </a:extLst>
          </p:cNvPr>
          <p:cNvSpPr txBox="1"/>
          <p:nvPr/>
        </p:nvSpPr>
        <p:spPr>
          <a:xfrm>
            <a:off x="1792244" y="4284921"/>
            <a:ext cx="222519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7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집게 벌어질 폭</a:t>
            </a:r>
            <a:endParaRPr lang="en-US" altLang="ko-KR" sz="2400" dirty="0">
              <a:solidFill>
                <a:schemeClr val="accent1">
                  <a:lumMod val="7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4" name="화살표: 왼쪽/오른쪽 73">
            <a:extLst>
              <a:ext uri="{FF2B5EF4-FFF2-40B4-BE49-F238E27FC236}">
                <a16:creationId xmlns:a16="http://schemas.microsoft.com/office/drawing/2014/main" id="{05BDE240-E041-4BB4-984D-925F1747543D}"/>
              </a:ext>
            </a:extLst>
          </p:cNvPr>
          <p:cNvSpPr/>
          <p:nvPr/>
        </p:nvSpPr>
        <p:spPr>
          <a:xfrm rot="8595257">
            <a:off x="6167258" y="3764511"/>
            <a:ext cx="745582" cy="330186"/>
          </a:xfrm>
          <a:prstGeom prst="left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55FD37-631F-4D8C-9450-6DAB4508575A}"/>
              </a:ext>
            </a:extLst>
          </p:cNvPr>
          <p:cNvSpPr txBox="1"/>
          <p:nvPr/>
        </p:nvSpPr>
        <p:spPr>
          <a:xfrm>
            <a:off x="7278426" y="4335275"/>
            <a:ext cx="222519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7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 중심 깊이</a:t>
            </a:r>
            <a:endParaRPr lang="en-US" altLang="ko-KR" sz="2400" dirty="0">
              <a:solidFill>
                <a:schemeClr val="accent1">
                  <a:lumMod val="7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42F210-BAA2-48C1-A997-257C7C7F13D0}"/>
              </a:ext>
            </a:extLst>
          </p:cNvPr>
          <p:cNvSpPr txBox="1"/>
          <p:nvPr/>
        </p:nvSpPr>
        <p:spPr>
          <a:xfrm>
            <a:off x="2495059" y="1973575"/>
            <a:ext cx="1815684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표면 굴곡도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5A659057-0625-4DF4-A9B9-F501D403E532}"/>
              </a:ext>
            </a:extLst>
          </p:cNvPr>
          <p:cNvSpPr/>
          <p:nvPr/>
        </p:nvSpPr>
        <p:spPr>
          <a:xfrm>
            <a:off x="4782144" y="2758904"/>
            <a:ext cx="1783521" cy="1563196"/>
          </a:xfrm>
          <a:custGeom>
            <a:avLst/>
            <a:gdLst>
              <a:gd name="connsiteX0" fmla="*/ 0 w 1783521"/>
              <a:gd name="connsiteY0" fmla="*/ 46769 h 1563196"/>
              <a:gd name="connsiteX1" fmla="*/ 198782 w 1783521"/>
              <a:gd name="connsiteY1" fmla="*/ 24051 h 1563196"/>
              <a:gd name="connsiteX2" fmla="*/ 278295 w 1783521"/>
              <a:gd name="connsiteY2" fmla="*/ 12692 h 1563196"/>
              <a:gd name="connsiteX3" fmla="*/ 363488 w 1783521"/>
              <a:gd name="connsiteY3" fmla="*/ 7013 h 1563196"/>
              <a:gd name="connsiteX4" fmla="*/ 823528 w 1783521"/>
              <a:gd name="connsiteY4" fmla="*/ 18372 h 1563196"/>
              <a:gd name="connsiteX5" fmla="*/ 931438 w 1783521"/>
              <a:gd name="connsiteY5" fmla="*/ 143321 h 1563196"/>
              <a:gd name="connsiteX6" fmla="*/ 948477 w 1783521"/>
              <a:gd name="connsiteY6" fmla="*/ 205795 h 1563196"/>
              <a:gd name="connsiteX7" fmla="*/ 1022310 w 1783521"/>
              <a:gd name="connsiteY7" fmla="*/ 342103 h 1563196"/>
              <a:gd name="connsiteX8" fmla="*/ 1045028 w 1783521"/>
              <a:gd name="connsiteY8" fmla="*/ 381860 h 1563196"/>
              <a:gd name="connsiteX9" fmla="*/ 1079105 w 1783521"/>
              <a:gd name="connsiteY9" fmla="*/ 432975 h 1563196"/>
              <a:gd name="connsiteX10" fmla="*/ 1107503 w 1783521"/>
              <a:gd name="connsiteY10" fmla="*/ 455693 h 1563196"/>
              <a:gd name="connsiteX11" fmla="*/ 1152939 w 1783521"/>
              <a:gd name="connsiteY11" fmla="*/ 506809 h 1563196"/>
              <a:gd name="connsiteX12" fmla="*/ 1187016 w 1783521"/>
              <a:gd name="connsiteY12" fmla="*/ 540886 h 1563196"/>
              <a:gd name="connsiteX13" fmla="*/ 1226772 w 1783521"/>
              <a:gd name="connsiteY13" fmla="*/ 580642 h 1563196"/>
              <a:gd name="connsiteX14" fmla="*/ 1255170 w 1783521"/>
              <a:gd name="connsiteY14" fmla="*/ 609040 h 1563196"/>
              <a:gd name="connsiteX15" fmla="*/ 1272208 w 1783521"/>
              <a:gd name="connsiteY15" fmla="*/ 626078 h 1563196"/>
              <a:gd name="connsiteX16" fmla="*/ 1283567 w 1783521"/>
              <a:gd name="connsiteY16" fmla="*/ 643117 h 1563196"/>
              <a:gd name="connsiteX17" fmla="*/ 1294926 w 1783521"/>
              <a:gd name="connsiteY17" fmla="*/ 688553 h 1563196"/>
              <a:gd name="connsiteX18" fmla="*/ 1311965 w 1783521"/>
              <a:gd name="connsiteY18" fmla="*/ 739668 h 1563196"/>
              <a:gd name="connsiteX19" fmla="*/ 1323324 w 1783521"/>
              <a:gd name="connsiteY19" fmla="*/ 819181 h 1563196"/>
              <a:gd name="connsiteX20" fmla="*/ 1436914 w 1783521"/>
              <a:gd name="connsiteY20" fmla="*/ 938451 h 1563196"/>
              <a:gd name="connsiteX21" fmla="*/ 1459632 w 1783521"/>
              <a:gd name="connsiteY21" fmla="*/ 949810 h 1563196"/>
              <a:gd name="connsiteX22" fmla="*/ 1533465 w 1783521"/>
              <a:gd name="connsiteY22" fmla="*/ 1017964 h 1563196"/>
              <a:gd name="connsiteX23" fmla="*/ 1607299 w 1783521"/>
              <a:gd name="connsiteY23" fmla="*/ 1091798 h 1563196"/>
              <a:gd name="connsiteX24" fmla="*/ 1630017 w 1783521"/>
              <a:gd name="connsiteY24" fmla="*/ 1120195 h 1563196"/>
              <a:gd name="connsiteX25" fmla="*/ 1658414 w 1783521"/>
              <a:gd name="connsiteY25" fmla="*/ 1142913 h 1563196"/>
              <a:gd name="connsiteX26" fmla="*/ 1703851 w 1783521"/>
              <a:gd name="connsiteY26" fmla="*/ 1194029 h 1563196"/>
              <a:gd name="connsiteX27" fmla="*/ 1720889 w 1783521"/>
              <a:gd name="connsiteY27" fmla="*/ 1222426 h 1563196"/>
              <a:gd name="connsiteX28" fmla="*/ 1754966 w 1783521"/>
              <a:gd name="connsiteY28" fmla="*/ 1353055 h 1563196"/>
              <a:gd name="connsiteX29" fmla="*/ 1777684 w 1783521"/>
              <a:gd name="connsiteY29" fmla="*/ 1478004 h 1563196"/>
              <a:gd name="connsiteX30" fmla="*/ 1783364 w 1783521"/>
              <a:gd name="connsiteY30" fmla="*/ 1563196 h 156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783521" h="1563196">
                <a:moveTo>
                  <a:pt x="0" y="46769"/>
                </a:moveTo>
                <a:lnTo>
                  <a:pt x="198782" y="24051"/>
                </a:lnTo>
                <a:cubicBezTo>
                  <a:pt x="225357" y="20797"/>
                  <a:pt x="251664" y="15447"/>
                  <a:pt x="278295" y="12692"/>
                </a:cubicBezTo>
                <a:cubicBezTo>
                  <a:pt x="306605" y="9764"/>
                  <a:pt x="335090" y="8906"/>
                  <a:pt x="363488" y="7013"/>
                </a:cubicBezTo>
                <a:cubicBezTo>
                  <a:pt x="516835" y="10799"/>
                  <a:pt x="674370" y="-17426"/>
                  <a:pt x="823528" y="18372"/>
                </a:cubicBezTo>
                <a:cubicBezTo>
                  <a:pt x="877041" y="31215"/>
                  <a:pt x="931438" y="143321"/>
                  <a:pt x="931438" y="143321"/>
                </a:cubicBezTo>
                <a:cubicBezTo>
                  <a:pt x="937118" y="164146"/>
                  <a:pt x="940793" y="185624"/>
                  <a:pt x="948477" y="205795"/>
                </a:cubicBezTo>
                <a:cubicBezTo>
                  <a:pt x="960493" y="237336"/>
                  <a:pt x="1009687" y="320012"/>
                  <a:pt x="1022310" y="342103"/>
                </a:cubicBezTo>
                <a:cubicBezTo>
                  <a:pt x="1029883" y="355355"/>
                  <a:pt x="1037337" y="368676"/>
                  <a:pt x="1045028" y="381860"/>
                </a:cubicBezTo>
                <a:cubicBezTo>
                  <a:pt x="1052596" y="394833"/>
                  <a:pt x="1067741" y="421611"/>
                  <a:pt x="1079105" y="432975"/>
                </a:cubicBezTo>
                <a:cubicBezTo>
                  <a:pt x="1087677" y="441547"/>
                  <a:pt x="1098380" y="447710"/>
                  <a:pt x="1107503" y="455693"/>
                </a:cubicBezTo>
                <a:cubicBezTo>
                  <a:pt x="1128277" y="473870"/>
                  <a:pt x="1131769" y="483714"/>
                  <a:pt x="1152939" y="506809"/>
                </a:cubicBezTo>
                <a:cubicBezTo>
                  <a:pt x="1163794" y="518651"/>
                  <a:pt x="1175657" y="529527"/>
                  <a:pt x="1187016" y="540886"/>
                </a:cubicBezTo>
                <a:lnTo>
                  <a:pt x="1226772" y="580642"/>
                </a:lnTo>
                <a:lnTo>
                  <a:pt x="1255170" y="609040"/>
                </a:lnTo>
                <a:cubicBezTo>
                  <a:pt x="1260849" y="614719"/>
                  <a:pt x="1267753" y="619395"/>
                  <a:pt x="1272208" y="626078"/>
                </a:cubicBezTo>
                <a:lnTo>
                  <a:pt x="1283567" y="643117"/>
                </a:lnTo>
                <a:cubicBezTo>
                  <a:pt x="1288408" y="667319"/>
                  <a:pt x="1287443" y="668599"/>
                  <a:pt x="1294926" y="688553"/>
                </a:cubicBezTo>
                <a:cubicBezTo>
                  <a:pt x="1303508" y="711438"/>
                  <a:pt x="1308158" y="716829"/>
                  <a:pt x="1311965" y="739668"/>
                </a:cubicBezTo>
                <a:cubicBezTo>
                  <a:pt x="1316367" y="766077"/>
                  <a:pt x="1310451" y="795706"/>
                  <a:pt x="1323324" y="819181"/>
                </a:cubicBezTo>
                <a:cubicBezTo>
                  <a:pt x="1335662" y="841680"/>
                  <a:pt x="1397842" y="912403"/>
                  <a:pt x="1436914" y="938451"/>
                </a:cubicBezTo>
                <a:cubicBezTo>
                  <a:pt x="1443959" y="943147"/>
                  <a:pt x="1452059" y="946024"/>
                  <a:pt x="1459632" y="949810"/>
                </a:cubicBezTo>
                <a:cubicBezTo>
                  <a:pt x="1506251" y="1011970"/>
                  <a:pt x="1430771" y="915270"/>
                  <a:pt x="1533465" y="1017964"/>
                </a:cubicBezTo>
                <a:cubicBezTo>
                  <a:pt x="1558076" y="1042575"/>
                  <a:pt x="1585556" y="1064620"/>
                  <a:pt x="1607299" y="1091798"/>
                </a:cubicBezTo>
                <a:cubicBezTo>
                  <a:pt x="1614872" y="1101264"/>
                  <a:pt x="1621445" y="1111623"/>
                  <a:pt x="1630017" y="1120195"/>
                </a:cubicBezTo>
                <a:cubicBezTo>
                  <a:pt x="1638589" y="1128767"/>
                  <a:pt x="1649354" y="1134860"/>
                  <a:pt x="1658414" y="1142913"/>
                </a:cubicBezTo>
                <a:cubicBezTo>
                  <a:pt x="1674669" y="1157362"/>
                  <a:pt x="1691462" y="1176330"/>
                  <a:pt x="1703851" y="1194029"/>
                </a:cubicBezTo>
                <a:cubicBezTo>
                  <a:pt x="1710181" y="1203072"/>
                  <a:pt x="1716321" y="1212377"/>
                  <a:pt x="1720889" y="1222426"/>
                </a:cubicBezTo>
                <a:cubicBezTo>
                  <a:pt x="1734191" y="1251690"/>
                  <a:pt x="1753012" y="1344751"/>
                  <a:pt x="1754966" y="1353055"/>
                </a:cubicBezTo>
                <a:cubicBezTo>
                  <a:pt x="1766902" y="1460470"/>
                  <a:pt x="1751684" y="1341502"/>
                  <a:pt x="1777684" y="1478004"/>
                </a:cubicBezTo>
                <a:cubicBezTo>
                  <a:pt x="1785008" y="1516454"/>
                  <a:pt x="1783364" y="1525659"/>
                  <a:pt x="1783364" y="1563196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C751C297-7FE5-49B1-842A-71169A722F67}"/>
              </a:ext>
            </a:extLst>
          </p:cNvPr>
          <p:cNvCxnSpPr>
            <a:cxnSpLocks/>
          </p:cNvCxnSpPr>
          <p:nvPr/>
        </p:nvCxnSpPr>
        <p:spPr>
          <a:xfrm flipH="1" flipV="1">
            <a:off x="4169522" y="2511262"/>
            <a:ext cx="668934" cy="31659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530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170B83F-37AB-40FB-BD36-E6B6B520A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26976">
            <a:off x="1987240" y="1595940"/>
            <a:ext cx="4109002" cy="54786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96B7349-388B-4176-AC38-6BD85707BB39}"/>
              </a:ext>
            </a:extLst>
          </p:cNvPr>
          <p:cNvSpPr/>
          <p:nvPr/>
        </p:nvSpPr>
        <p:spPr>
          <a:xfrm>
            <a:off x="2396738" y="2834073"/>
            <a:ext cx="2640969" cy="25841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5B5DC32F-C7D4-4942-B496-4527CAF1C2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63525">
            <a:off x="2586709" y="423001"/>
            <a:ext cx="4123411" cy="6023356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4870292C-44CB-4725-BC2E-BB893FB32D3B}"/>
              </a:ext>
            </a:extLst>
          </p:cNvPr>
          <p:cNvSpPr txBox="1"/>
          <p:nvPr/>
        </p:nvSpPr>
        <p:spPr>
          <a:xfrm>
            <a:off x="8089012" y="3361516"/>
            <a:ext cx="182569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1">
                    <a:lumMod val="75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모델 기반 검출 신뢰도</a:t>
            </a:r>
            <a:endParaRPr lang="en-US" altLang="ko-KR" sz="2400" dirty="0">
              <a:solidFill>
                <a:schemeClr val="accent1">
                  <a:lumMod val="75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30172F-AD04-4D4C-9D72-457B72F1A351}"/>
              </a:ext>
            </a:extLst>
          </p:cNvPr>
          <p:cNvSpPr txBox="1"/>
          <p:nvPr/>
        </p:nvSpPr>
        <p:spPr>
          <a:xfrm>
            <a:off x="14813668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7DDEC9-7143-466E-82EA-E704B0703124}"/>
              </a:ext>
            </a:extLst>
          </p:cNvPr>
          <p:cNvSpPr txBox="1"/>
          <p:nvPr/>
        </p:nvSpPr>
        <p:spPr>
          <a:xfrm>
            <a:off x="-14943005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CA07506-7498-4B15-A103-3A9C39FAAB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71869" y="2325820"/>
            <a:ext cx="2439752" cy="1373888"/>
          </a:xfrm>
          <a:prstGeom prst="rect">
            <a:avLst/>
          </a:prstGeom>
        </p:spPr>
      </p:pic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DC6009A3-DAF1-4DC7-AED7-20AF98269373}"/>
              </a:ext>
            </a:extLst>
          </p:cNvPr>
          <p:cNvSpPr/>
          <p:nvPr/>
        </p:nvSpPr>
        <p:spPr>
          <a:xfrm>
            <a:off x="-1199441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9AC7FC04-1BEE-48AC-8663-E276A992E33B}"/>
              </a:ext>
            </a:extLst>
          </p:cNvPr>
          <p:cNvSpPr/>
          <p:nvPr/>
        </p:nvSpPr>
        <p:spPr>
          <a:xfrm>
            <a:off x="-849557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69C6770F-CA41-4AB0-A4BF-84961E886CFE}"/>
              </a:ext>
            </a:extLst>
          </p:cNvPr>
          <p:cNvSpPr/>
          <p:nvPr/>
        </p:nvSpPr>
        <p:spPr>
          <a:xfrm>
            <a:off x="-155494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717B834-95C3-4D27-8AAB-2A702BBB0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13560" y="2497283"/>
            <a:ext cx="3327564" cy="9317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4740B55-8438-4226-A638-A07312A853FA}"/>
              </a:ext>
            </a:extLst>
          </p:cNvPr>
          <p:cNvSpPr txBox="1"/>
          <p:nvPr/>
        </p:nvSpPr>
        <p:spPr>
          <a:xfrm>
            <a:off x="-9135347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B972C3-07D1-4799-9A07-32FD036F1EF0}"/>
              </a:ext>
            </a:extLst>
          </p:cNvPr>
          <p:cNvSpPr txBox="1"/>
          <p:nvPr/>
        </p:nvSpPr>
        <p:spPr>
          <a:xfrm>
            <a:off x="-5636507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BD5ECB6-77F8-4289-B0CD-FF3AA3735E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79622" y="1752604"/>
            <a:ext cx="3427162" cy="12601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B26061B-0BDC-4F6C-8C1F-11C21020B41F}"/>
              </a:ext>
            </a:extLst>
          </p:cNvPr>
          <p:cNvSpPr txBox="1"/>
          <p:nvPr/>
        </p:nvSpPr>
        <p:spPr>
          <a:xfrm>
            <a:off x="-5803841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39B534-4670-459D-B9E0-968C75C8C253}"/>
              </a:ext>
            </a:extLst>
          </p:cNvPr>
          <p:cNvSpPr txBox="1"/>
          <p:nvPr/>
        </p:nvSpPr>
        <p:spPr>
          <a:xfrm>
            <a:off x="-5823119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EFF53F91-4B24-4720-B121-0F313B0A1C28}"/>
              </a:ext>
            </a:extLst>
          </p:cNvPr>
          <p:cNvSpPr/>
          <p:nvPr/>
        </p:nvSpPr>
        <p:spPr>
          <a:xfrm>
            <a:off x="12297639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화살표: 갈매기형 수장 64">
            <a:extLst>
              <a:ext uri="{FF2B5EF4-FFF2-40B4-BE49-F238E27FC236}">
                <a16:creationId xmlns:a16="http://schemas.microsoft.com/office/drawing/2014/main" id="{9A7049E2-52E5-4831-9D7F-EF20C15C0978}"/>
              </a:ext>
            </a:extLst>
          </p:cNvPr>
          <p:cNvSpPr/>
          <p:nvPr/>
        </p:nvSpPr>
        <p:spPr>
          <a:xfrm>
            <a:off x="12297639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0D13C6-6786-419E-B9F5-1D7FF3FE7599}"/>
              </a:ext>
            </a:extLst>
          </p:cNvPr>
          <p:cNvSpPr txBox="1"/>
          <p:nvPr/>
        </p:nvSpPr>
        <p:spPr>
          <a:xfrm>
            <a:off x="14728726" y="2720375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캡처본넣어야함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F1577031-3F8A-4F95-B5F3-EB06E8E18D4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2B06A473-C3C0-4F29-B5D3-C91A972FCF45}"/>
              </a:ext>
            </a:extLst>
          </p:cNvPr>
          <p:cNvSpPr txBox="1"/>
          <p:nvPr/>
        </p:nvSpPr>
        <p:spPr>
          <a:xfrm>
            <a:off x="452197" y="517485"/>
            <a:ext cx="3222441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" name="더하기 기호 1">
            <a:extLst>
              <a:ext uri="{FF2B5EF4-FFF2-40B4-BE49-F238E27FC236}">
                <a16:creationId xmlns:a16="http://schemas.microsoft.com/office/drawing/2014/main" id="{7F4B824D-52C0-437B-A222-D18F6B435F45}"/>
              </a:ext>
            </a:extLst>
          </p:cNvPr>
          <p:cNvSpPr/>
          <p:nvPr/>
        </p:nvSpPr>
        <p:spPr>
          <a:xfrm>
            <a:off x="6522573" y="3281735"/>
            <a:ext cx="961692" cy="961692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513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FA82A0A-03E2-4ACC-9CF1-AE23AA1A6F93}"/>
              </a:ext>
            </a:extLst>
          </p:cNvPr>
          <p:cNvSpPr txBox="1"/>
          <p:nvPr/>
        </p:nvSpPr>
        <p:spPr>
          <a:xfrm>
            <a:off x="11343492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7DDEC9-7143-466E-82EA-E704B0703124}"/>
              </a:ext>
            </a:extLst>
          </p:cNvPr>
          <p:cNvSpPr txBox="1"/>
          <p:nvPr/>
        </p:nvSpPr>
        <p:spPr>
          <a:xfrm>
            <a:off x="-14943005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CA07506-7498-4B15-A103-3A9C39FA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71869" y="2325820"/>
            <a:ext cx="2439752" cy="1373888"/>
          </a:xfrm>
          <a:prstGeom prst="rect">
            <a:avLst/>
          </a:prstGeom>
        </p:spPr>
      </p:pic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DC6009A3-DAF1-4DC7-AED7-20AF98269373}"/>
              </a:ext>
            </a:extLst>
          </p:cNvPr>
          <p:cNvSpPr/>
          <p:nvPr/>
        </p:nvSpPr>
        <p:spPr>
          <a:xfrm>
            <a:off x="-11994412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9AC7FC04-1BEE-48AC-8663-E276A992E33B}"/>
              </a:ext>
            </a:extLst>
          </p:cNvPr>
          <p:cNvSpPr/>
          <p:nvPr/>
        </p:nvSpPr>
        <p:spPr>
          <a:xfrm>
            <a:off x="-5053787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69C6770F-CA41-4AB0-A4BF-84961E886CFE}"/>
              </a:ext>
            </a:extLst>
          </p:cNvPr>
          <p:cNvSpPr/>
          <p:nvPr/>
        </p:nvSpPr>
        <p:spPr>
          <a:xfrm>
            <a:off x="1886838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화살표: 갈매기형 수장 43">
            <a:extLst>
              <a:ext uri="{FF2B5EF4-FFF2-40B4-BE49-F238E27FC236}">
                <a16:creationId xmlns:a16="http://schemas.microsoft.com/office/drawing/2014/main" id="{DA272C2A-EE57-48FC-B21C-4B7EE95D95FC}"/>
              </a:ext>
            </a:extLst>
          </p:cNvPr>
          <p:cNvSpPr/>
          <p:nvPr/>
        </p:nvSpPr>
        <p:spPr>
          <a:xfrm>
            <a:off x="8827463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717B834-95C3-4D27-8AAB-2A702BBB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13560" y="2497283"/>
            <a:ext cx="3327564" cy="9317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4740B55-8438-4226-A638-A07312A853FA}"/>
              </a:ext>
            </a:extLst>
          </p:cNvPr>
          <p:cNvSpPr txBox="1"/>
          <p:nvPr/>
        </p:nvSpPr>
        <p:spPr>
          <a:xfrm>
            <a:off x="-9135347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B972C3-07D1-4799-9A07-32FD036F1EF0}"/>
              </a:ext>
            </a:extLst>
          </p:cNvPr>
          <p:cNvSpPr txBox="1"/>
          <p:nvPr/>
        </p:nvSpPr>
        <p:spPr>
          <a:xfrm>
            <a:off x="-2194722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18C5EF-4738-48F6-901C-07F9296DEEB6}"/>
              </a:ext>
            </a:extLst>
          </p:cNvPr>
          <p:cNvSpPr txBox="1"/>
          <p:nvPr/>
        </p:nvSpPr>
        <p:spPr>
          <a:xfrm>
            <a:off x="4402867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BD5ECB6-77F8-4289-B0CD-FF3AA3735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7837" y="1752604"/>
            <a:ext cx="3427162" cy="12601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B26061B-0BDC-4F6C-8C1F-11C21020B41F}"/>
              </a:ext>
            </a:extLst>
          </p:cNvPr>
          <p:cNvSpPr txBox="1"/>
          <p:nvPr/>
        </p:nvSpPr>
        <p:spPr>
          <a:xfrm>
            <a:off x="-2362056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39B534-4670-459D-B9E0-968C75C8C253}"/>
              </a:ext>
            </a:extLst>
          </p:cNvPr>
          <p:cNvSpPr txBox="1"/>
          <p:nvPr/>
        </p:nvSpPr>
        <p:spPr>
          <a:xfrm>
            <a:off x="-2381334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8C56E372-FCC9-47E4-905A-EE9DC8DB1F5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4735383-5071-4BD3-BA06-DA085C01A3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556" y="655252"/>
            <a:ext cx="1944887" cy="28410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4B441BC-88EF-464E-804A-A3013E984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2725" y="1339300"/>
            <a:ext cx="1824475" cy="23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188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9E2A5FB-B93B-4149-84F9-7BF7656033DD}"/>
              </a:ext>
            </a:extLst>
          </p:cNvPr>
          <p:cNvSpPr txBox="1"/>
          <p:nvPr/>
        </p:nvSpPr>
        <p:spPr>
          <a:xfrm>
            <a:off x="4959729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시각화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7DDEC9-7143-466E-82EA-E704B0703124}"/>
              </a:ext>
            </a:extLst>
          </p:cNvPr>
          <p:cNvSpPr txBox="1"/>
          <p:nvPr/>
        </p:nvSpPr>
        <p:spPr>
          <a:xfrm>
            <a:off x="-21326768" y="3867472"/>
            <a:ext cx="257113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RGB-D 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데이터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CA07506-7498-4B15-A103-3A9C39FA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55632" y="2325820"/>
            <a:ext cx="2439752" cy="1373888"/>
          </a:xfrm>
          <a:prstGeom prst="rect">
            <a:avLst/>
          </a:prstGeom>
        </p:spPr>
      </p:pic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DC6009A3-DAF1-4DC7-AED7-20AF98269373}"/>
              </a:ext>
            </a:extLst>
          </p:cNvPr>
          <p:cNvSpPr/>
          <p:nvPr/>
        </p:nvSpPr>
        <p:spPr>
          <a:xfrm>
            <a:off x="-18378175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화살표: 갈매기형 수장 41">
            <a:extLst>
              <a:ext uri="{FF2B5EF4-FFF2-40B4-BE49-F238E27FC236}">
                <a16:creationId xmlns:a16="http://schemas.microsoft.com/office/drawing/2014/main" id="{9AC7FC04-1BEE-48AC-8663-E276A992E33B}"/>
              </a:ext>
            </a:extLst>
          </p:cNvPr>
          <p:cNvSpPr/>
          <p:nvPr/>
        </p:nvSpPr>
        <p:spPr>
          <a:xfrm>
            <a:off x="-11437550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화살표: 갈매기형 수장 42">
            <a:extLst>
              <a:ext uri="{FF2B5EF4-FFF2-40B4-BE49-F238E27FC236}">
                <a16:creationId xmlns:a16="http://schemas.microsoft.com/office/drawing/2014/main" id="{69C6770F-CA41-4AB0-A4BF-84961E886CFE}"/>
              </a:ext>
            </a:extLst>
          </p:cNvPr>
          <p:cNvSpPr/>
          <p:nvPr/>
        </p:nvSpPr>
        <p:spPr>
          <a:xfrm>
            <a:off x="-4496925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화살표: 갈매기형 수장 43">
            <a:extLst>
              <a:ext uri="{FF2B5EF4-FFF2-40B4-BE49-F238E27FC236}">
                <a16:creationId xmlns:a16="http://schemas.microsoft.com/office/drawing/2014/main" id="{DA272C2A-EE57-48FC-B21C-4B7EE95D95FC}"/>
              </a:ext>
            </a:extLst>
          </p:cNvPr>
          <p:cNvSpPr/>
          <p:nvPr/>
        </p:nvSpPr>
        <p:spPr>
          <a:xfrm>
            <a:off x="2443700" y="2324526"/>
            <a:ext cx="1318437" cy="1960395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717B834-95C3-4D27-8AAB-2A702BBB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97323" y="2497283"/>
            <a:ext cx="3327564" cy="9317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4740B55-8438-4226-A638-A07312A853FA}"/>
              </a:ext>
            </a:extLst>
          </p:cNvPr>
          <p:cNvSpPr txBox="1"/>
          <p:nvPr/>
        </p:nvSpPr>
        <p:spPr>
          <a:xfrm>
            <a:off x="-15519110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물체 탐지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B972C3-07D1-4799-9A07-32FD036F1EF0}"/>
              </a:ext>
            </a:extLst>
          </p:cNvPr>
          <p:cNvSpPr txBox="1"/>
          <p:nvPr/>
        </p:nvSpPr>
        <p:spPr>
          <a:xfrm>
            <a:off x="-8578485" y="3805917"/>
            <a:ext cx="257113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추론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18C5EF-4738-48F6-901C-07F9296DEEB6}"/>
              </a:ext>
            </a:extLst>
          </p:cNvPr>
          <p:cNvSpPr txBox="1"/>
          <p:nvPr/>
        </p:nvSpPr>
        <p:spPr>
          <a:xfrm>
            <a:off x="-1980896" y="3805917"/>
            <a:ext cx="33229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최적 </a:t>
            </a:r>
            <a:r>
              <a:rPr lang="ko-KR" altLang="en-US" sz="3200" dirty="0" err="1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파지점</a:t>
            </a:r>
            <a:r>
              <a:rPr lang="ko-KR" altLang="en-US" sz="32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평가</a:t>
            </a:r>
            <a:endParaRPr lang="en-US" altLang="ko-KR" sz="32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BD5ECB6-77F8-4289-B0CD-FF3AA3735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21600" y="1752604"/>
            <a:ext cx="3427162" cy="12601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B26061B-0BDC-4F6C-8C1F-11C21020B41F}"/>
              </a:ext>
            </a:extLst>
          </p:cNvPr>
          <p:cNvSpPr txBox="1"/>
          <p:nvPr/>
        </p:nvSpPr>
        <p:spPr>
          <a:xfrm>
            <a:off x="-8745819" y="2689598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GR-</a:t>
            </a:r>
            <a:r>
              <a:rPr lang="en-US" altLang="ko-KR" sz="3600" b="1" i="0" dirty="0" err="1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ConvNet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39B534-4670-459D-B9E0-968C75C8C253}"/>
              </a:ext>
            </a:extLst>
          </p:cNvPr>
          <p:cNvSpPr txBox="1"/>
          <p:nvPr/>
        </p:nvSpPr>
        <p:spPr>
          <a:xfrm>
            <a:off x="-8765097" y="3204812"/>
            <a:ext cx="2937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b="1" i="0" dirty="0">
                <a:solidFill>
                  <a:schemeClr val="accent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…</a:t>
            </a:r>
            <a:endParaRPr lang="ko-KR" altLang="en-US" sz="3600" b="1" dirty="0">
              <a:solidFill>
                <a:schemeClr val="accent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8C56E372-FCC9-47E4-905A-EE9DC8DB1F5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4735383-5071-4BD3-BA06-DA085C01A3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0207" y="655252"/>
            <a:ext cx="1944887" cy="28410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4B2A81B-369E-47B3-93EB-1F2BD13472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8962" y="1339300"/>
            <a:ext cx="1824475" cy="23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82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0DA7018-6425-4C93-B317-49BC4FDB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8477" r="7087" b="7612"/>
          <a:stretch/>
        </p:blipFill>
        <p:spPr>
          <a:xfrm>
            <a:off x="1919278" y="2181225"/>
            <a:ext cx="2405062" cy="2309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97B7B-C9FA-4BA1-A0DD-0812BD594186}"/>
              </a:ext>
            </a:extLst>
          </p:cNvPr>
          <p:cNvSpPr txBox="1"/>
          <p:nvPr/>
        </p:nvSpPr>
        <p:spPr>
          <a:xfrm>
            <a:off x="4633745" y="2967335"/>
            <a:ext cx="5200808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54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시스템 구성도</a:t>
            </a:r>
            <a:endParaRPr lang="en-US" altLang="ko-KR" sz="54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096672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661853B9-EDEB-4867-9178-6DE404CE1F7F}"/>
              </a:ext>
            </a:extLst>
          </p:cNvPr>
          <p:cNvSpPr/>
          <p:nvPr/>
        </p:nvSpPr>
        <p:spPr>
          <a:xfrm>
            <a:off x="10270008" y="870570"/>
            <a:ext cx="1827649" cy="184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2F09538C-5F4D-4B71-A2C1-2BB12B2E4973}"/>
              </a:ext>
            </a:extLst>
          </p:cNvPr>
          <p:cNvSpPr/>
          <p:nvPr/>
        </p:nvSpPr>
        <p:spPr>
          <a:xfrm>
            <a:off x="525291" y="3296387"/>
            <a:ext cx="8554914" cy="3191347"/>
          </a:xfrm>
          <a:prstGeom prst="roundRect">
            <a:avLst>
              <a:gd name="adj" fmla="val 7335"/>
            </a:avLst>
          </a:prstGeom>
          <a:noFill/>
          <a:ln w="38100">
            <a:solidFill>
              <a:srgbClr val="F6853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E745E191-A440-48F3-AC39-BECF0E4C2D6A}"/>
              </a:ext>
            </a:extLst>
          </p:cNvPr>
          <p:cNvSpPr/>
          <p:nvPr/>
        </p:nvSpPr>
        <p:spPr>
          <a:xfrm>
            <a:off x="821582" y="3270687"/>
            <a:ext cx="830361" cy="573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6CDE0FBC-E094-4AEB-9BEC-CDC7A6670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78" y="2901288"/>
            <a:ext cx="652212" cy="789603"/>
          </a:xfrm>
          <a:prstGeom prst="rect">
            <a:avLst/>
          </a:prstGeom>
        </p:spPr>
      </p:pic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0136BD9D-1CA3-4CF2-A0C1-7020794E8B6A}"/>
              </a:ext>
            </a:extLst>
          </p:cNvPr>
          <p:cNvCxnSpPr>
            <a:cxnSpLocks/>
          </p:cNvCxnSpPr>
          <p:nvPr/>
        </p:nvCxnSpPr>
        <p:spPr>
          <a:xfrm>
            <a:off x="4561932" y="1681023"/>
            <a:ext cx="59486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3550D9B7-02A8-4A9B-B8E4-7D434D56CBB8}"/>
              </a:ext>
            </a:extLst>
          </p:cNvPr>
          <p:cNvGrpSpPr/>
          <p:nvPr/>
        </p:nvGrpSpPr>
        <p:grpSpPr>
          <a:xfrm>
            <a:off x="818708" y="3773932"/>
            <a:ext cx="3770121" cy="2472930"/>
            <a:chOff x="818708" y="3773932"/>
            <a:chExt cx="3770121" cy="2472930"/>
          </a:xfrm>
        </p:grpSpPr>
        <p:pic>
          <p:nvPicPr>
            <p:cNvPr id="161" name="Picture 8" descr="SpringBoot]스프링부트란?">
              <a:extLst>
                <a:ext uri="{FF2B5EF4-FFF2-40B4-BE49-F238E27FC236}">
                  <a16:creationId xmlns:a16="http://schemas.microsoft.com/office/drawing/2014/main" id="{542EC248-564E-4101-BC85-7FDF32E8CA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764" y="4797309"/>
              <a:ext cx="1446593" cy="758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EAC1B46A-1A63-4168-9CA4-135ABEFC6DD4}"/>
                </a:ext>
              </a:extLst>
            </p:cNvPr>
            <p:cNvSpPr/>
            <p:nvPr/>
          </p:nvSpPr>
          <p:spPr>
            <a:xfrm>
              <a:off x="2878860" y="4399511"/>
              <a:ext cx="1709969" cy="1524234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90AFDF9B-0068-4B25-8440-C907C804C5E0}"/>
                </a:ext>
              </a:extLst>
            </p:cNvPr>
            <p:cNvSpPr/>
            <p:nvPr/>
          </p:nvSpPr>
          <p:spPr>
            <a:xfrm>
              <a:off x="3023138" y="4145269"/>
              <a:ext cx="642150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65" name="그림 164">
              <a:extLst>
                <a:ext uri="{FF2B5EF4-FFF2-40B4-BE49-F238E27FC236}">
                  <a16:creationId xmlns:a16="http://schemas.microsoft.com/office/drawing/2014/main" id="{DD8AB60D-5BC7-47A4-AAA2-E385141DA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0501" y="4035059"/>
              <a:ext cx="570543" cy="592760"/>
            </a:xfrm>
            <a:prstGeom prst="rect">
              <a:avLst/>
            </a:prstGeom>
          </p:spPr>
        </p:pic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9C67553C-7B65-4B3D-9375-C724748CB7B6}"/>
                </a:ext>
              </a:extLst>
            </p:cNvPr>
            <p:cNvSpPr/>
            <p:nvPr/>
          </p:nvSpPr>
          <p:spPr>
            <a:xfrm>
              <a:off x="900126" y="3773932"/>
              <a:ext cx="642150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BB3441A4-3A88-40FB-B178-BA348A9F2827}"/>
                </a:ext>
              </a:extLst>
            </p:cNvPr>
            <p:cNvSpPr/>
            <p:nvPr/>
          </p:nvSpPr>
          <p:spPr>
            <a:xfrm>
              <a:off x="818708" y="5361800"/>
              <a:ext cx="1260257" cy="885062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330BBCAF-480A-4DE9-A7F4-089576F18C5D}"/>
                </a:ext>
              </a:extLst>
            </p:cNvPr>
            <p:cNvSpPr/>
            <p:nvPr/>
          </p:nvSpPr>
          <p:spPr>
            <a:xfrm>
              <a:off x="900126" y="5107558"/>
              <a:ext cx="478618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70" name="그림 169">
              <a:extLst>
                <a:ext uri="{FF2B5EF4-FFF2-40B4-BE49-F238E27FC236}">
                  <a16:creationId xmlns:a16="http://schemas.microsoft.com/office/drawing/2014/main" id="{EBD47467-A7E1-4EC7-9704-D96B75983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699" y="5125809"/>
              <a:ext cx="409874" cy="425834"/>
            </a:xfrm>
            <a:prstGeom prst="rect">
              <a:avLst/>
            </a:prstGeom>
          </p:spPr>
        </p:pic>
        <p:pic>
          <p:nvPicPr>
            <p:cNvPr id="174" name="Picture 66" descr="MySQL 데이터 베이스 및 테이블 정보 조회">
              <a:extLst>
                <a:ext uri="{FF2B5EF4-FFF2-40B4-BE49-F238E27FC236}">
                  <a16:creationId xmlns:a16="http://schemas.microsoft.com/office/drawing/2014/main" id="{5309BC82-C9CE-4114-8ABE-5C2C515F38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680" y="5522779"/>
              <a:ext cx="592760" cy="592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169AACCD-B685-4A8A-B914-D43773C7434A}"/>
                </a:ext>
              </a:extLst>
            </p:cNvPr>
            <p:cNvSpPr/>
            <p:nvPr/>
          </p:nvSpPr>
          <p:spPr>
            <a:xfrm>
              <a:off x="818953" y="4031909"/>
              <a:ext cx="1260256" cy="885062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D9587506-7B06-4EFF-B62F-02D47C2E42AF}"/>
                </a:ext>
              </a:extLst>
            </p:cNvPr>
            <p:cNvSpPr/>
            <p:nvPr/>
          </p:nvSpPr>
          <p:spPr>
            <a:xfrm>
              <a:off x="900370" y="3777667"/>
              <a:ext cx="478618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77" name="그림 176">
              <a:extLst>
                <a:ext uri="{FF2B5EF4-FFF2-40B4-BE49-F238E27FC236}">
                  <a16:creationId xmlns:a16="http://schemas.microsoft.com/office/drawing/2014/main" id="{A8209948-D4E7-4C7A-9CB7-6F6D45591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943" y="3795918"/>
              <a:ext cx="409874" cy="425834"/>
            </a:xfrm>
            <a:prstGeom prst="rect">
              <a:avLst/>
            </a:prstGeom>
          </p:spPr>
        </p:pic>
        <p:pic>
          <p:nvPicPr>
            <p:cNvPr id="178" name="Picture 14" descr="redis">
              <a:extLst>
                <a:ext uri="{FF2B5EF4-FFF2-40B4-BE49-F238E27FC236}">
                  <a16:creationId xmlns:a16="http://schemas.microsoft.com/office/drawing/2014/main" id="{94ECFCBA-497D-4B42-837D-1ED8ED8544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2190" y="4152139"/>
              <a:ext cx="758802" cy="640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52BD0702-28EE-4113-BF60-80CE204BD8C9}"/>
                </a:ext>
              </a:extLst>
            </p:cNvPr>
            <p:cNvGrpSpPr/>
            <p:nvPr/>
          </p:nvGrpSpPr>
          <p:grpSpPr>
            <a:xfrm>
              <a:off x="2135513" y="4572070"/>
              <a:ext cx="653678" cy="1298879"/>
              <a:chOff x="2135513" y="4572070"/>
              <a:chExt cx="653678" cy="1298879"/>
            </a:xfrm>
          </p:grpSpPr>
          <p:cxnSp>
            <p:nvCxnSpPr>
              <p:cNvPr id="181" name="연결선: 꺾임 180">
                <a:extLst>
                  <a:ext uri="{FF2B5EF4-FFF2-40B4-BE49-F238E27FC236}">
                    <a16:creationId xmlns:a16="http://schemas.microsoft.com/office/drawing/2014/main" id="{A20409FF-C65D-4FB2-9E17-438120F105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5513" y="4572070"/>
                <a:ext cx="653320" cy="650340"/>
              </a:xfrm>
              <a:prstGeom prst="bentConnector3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연결선: 꺾임 181">
                <a:extLst>
                  <a:ext uri="{FF2B5EF4-FFF2-40B4-BE49-F238E27FC236}">
                    <a16:creationId xmlns:a16="http://schemas.microsoft.com/office/drawing/2014/main" id="{62323081-9944-4AD1-9B95-F9CE7176B6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35871" y="5220609"/>
                <a:ext cx="653320" cy="650340"/>
              </a:xfrm>
              <a:prstGeom prst="bentConnector3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C3EF9B06-BF07-481F-BEDD-528E9409E36B}"/>
              </a:ext>
            </a:extLst>
          </p:cNvPr>
          <p:cNvCxnSpPr>
            <a:cxnSpLocks/>
          </p:cNvCxnSpPr>
          <p:nvPr/>
        </p:nvCxnSpPr>
        <p:spPr>
          <a:xfrm>
            <a:off x="4629076" y="5224434"/>
            <a:ext cx="52771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B0236DA3-843E-49D7-B04D-A56BE97CDEB6}"/>
              </a:ext>
            </a:extLst>
          </p:cNvPr>
          <p:cNvCxnSpPr>
            <a:cxnSpLocks/>
          </p:cNvCxnSpPr>
          <p:nvPr/>
        </p:nvCxnSpPr>
        <p:spPr>
          <a:xfrm>
            <a:off x="7211960" y="1726728"/>
            <a:ext cx="56093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4D8EACA0-B064-4E4E-912F-2299DD94F709}"/>
              </a:ext>
            </a:extLst>
          </p:cNvPr>
          <p:cNvGrpSpPr/>
          <p:nvPr/>
        </p:nvGrpSpPr>
        <p:grpSpPr>
          <a:xfrm>
            <a:off x="3641046" y="5614938"/>
            <a:ext cx="3964667" cy="649037"/>
            <a:chOff x="3641046" y="5614938"/>
            <a:chExt cx="3964667" cy="649037"/>
          </a:xfrm>
        </p:grpSpPr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3261CFAD-EF6A-4CE1-8A1E-8578309B6C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1046" y="6246862"/>
              <a:ext cx="3679470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화살표 연결선 187">
              <a:extLst>
                <a:ext uri="{FF2B5EF4-FFF2-40B4-BE49-F238E27FC236}">
                  <a16:creationId xmlns:a16="http://schemas.microsoft.com/office/drawing/2014/main" id="{A4A3822F-1559-46DE-9F55-87583D8A339A}"/>
                </a:ext>
              </a:extLst>
            </p:cNvPr>
            <p:cNvCxnSpPr/>
            <p:nvPr/>
          </p:nvCxnSpPr>
          <p:spPr>
            <a:xfrm flipV="1">
              <a:off x="3659799" y="6011864"/>
              <a:ext cx="0" cy="25211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화살표 연결선 188">
              <a:extLst>
                <a:ext uri="{FF2B5EF4-FFF2-40B4-BE49-F238E27FC236}">
                  <a16:creationId xmlns:a16="http://schemas.microsoft.com/office/drawing/2014/main" id="{7BB965AF-C00A-4098-A3D5-A7B2BFBC0A0A}"/>
                </a:ext>
              </a:extLst>
            </p:cNvPr>
            <p:cNvCxnSpPr/>
            <p:nvPr/>
          </p:nvCxnSpPr>
          <p:spPr>
            <a:xfrm flipV="1">
              <a:off x="6109956" y="6011364"/>
              <a:ext cx="0" cy="25211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C7CB0F18-874B-472B-AE98-9871A3CB6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432" y="5614938"/>
              <a:ext cx="0" cy="649037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A2A5215B-A294-4631-8237-C4D76B87E49C}"/>
                </a:ext>
              </a:extLst>
            </p:cNvPr>
            <p:cNvCxnSpPr>
              <a:cxnSpLocks/>
            </p:cNvCxnSpPr>
            <p:nvPr/>
          </p:nvCxnSpPr>
          <p:spPr>
            <a:xfrm>
              <a:off x="7281862" y="5614938"/>
              <a:ext cx="323851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A1C40DE-9057-47CE-AF6A-66772986616F}"/>
              </a:ext>
            </a:extLst>
          </p:cNvPr>
          <p:cNvGrpSpPr/>
          <p:nvPr/>
        </p:nvGrpSpPr>
        <p:grpSpPr>
          <a:xfrm>
            <a:off x="5216093" y="3476775"/>
            <a:ext cx="3485070" cy="2446970"/>
            <a:chOff x="5216093" y="3476775"/>
            <a:chExt cx="3485070" cy="2446970"/>
          </a:xfrm>
        </p:grpSpPr>
        <p:pic>
          <p:nvPicPr>
            <p:cNvPr id="194" name="Picture 42" descr="Nginx 로고 아이콘">
              <a:extLst>
                <a:ext uri="{FF2B5EF4-FFF2-40B4-BE49-F238E27FC236}">
                  <a16:creationId xmlns:a16="http://schemas.microsoft.com/office/drawing/2014/main" id="{3E76BB3B-F3BB-4936-8B1B-C2E4E34E90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0734" y="3908780"/>
              <a:ext cx="559139" cy="5591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5" name="Picture 64" descr="React 래 워드마크 로고 아이콘">
              <a:extLst>
                <a:ext uri="{FF2B5EF4-FFF2-40B4-BE49-F238E27FC236}">
                  <a16:creationId xmlns:a16="http://schemas.microsoft.com/office/drawing/2014/main" id="{56EFF094-4BBD-4FAA-95EF-33D691D71D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4901" y="4829883"/>
              <a:ext cx="785055" cy="785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6" name="Picture 72">
              <a:extLst>
                <a:ext uri="{FF2B5EF4-FFF2-40B4-BE49-F238E27FC236}">
                  <a16:creationId xmlns:a16="http://schemas.microsoft.com/office/drawing/2014/main" id="{D586B546-3D1E-491B-97FE-576DCE2583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5237" y="4911171"/>
              <a:ext cx="617072" cy="608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E72BA9D4-ED89-41D4-BF28-C3CE3BE7165B}"/>
                </a:ext>
              </a:extLst>
            </p:cNvPr>
            <p:cNvSpPr/>
            <p:nvPr/>
          </p:nvSpPr>
          <p:spPr>
            <a:xfrm>
              <a:off x="5216093" y="4411049"/>
              <a:ext cx="1845039" cy="1512696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F19E3F15-58D8-42FE-A330-266DB4071751}"/>
                </a:ext>
              </a:extLst>
            </p:cNvPr>
            <p:cNvSpPr/>
            <p:nvPr/>
          </p:nvSpPr>
          <p:spPr>
            <a:xfrm>
              <a:off x="5326463" y="4156136"/>
              <a:ext cx="554150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16BC40E5-C96B-4908-85C2-7684B7456462}"/>
                </a:ext>
              </a:extLst>
            </p:cNvPr>
            <p:cNvSpPr/>
            <p:nvPr/>
          </p:nvSpPr>
          <p:spPr>
            <a:xfrm>
              <a:off x="7664302" y="3751543"/>
              <a:ext cx="1036861" cy="849857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F6797A42-F8C5-4B40-AE16-B71FC72074F0}"/>
                </a:ext>
              </a:extLst>
            </p:cNvPr>
            <p:cNvSpPr/>
            <p:nvPr/>
          </p:nvSpPr>
          <p:spPr>
            <a:xfrm>
              <a:off x="7671805" y="3476775"/>
              <a:ext cx="478618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272076CC-0D46-4326-B13B-A31EE7DB2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6378" y="3495026"/>
              <a:ext cx="409874" cy="425834"/>
            </a:xfrm>
            <a:prstGeom prst="rect">
              <a:avLst/>
            </a:prstGeom>
          </p:spPr>
        </p:pic>
        <p:pic>
          <p:nvPicPr>
            <p:cNvPr id="203" name="그림 202">
              <a:extLst>
                <a:ext uri="{FF2B5EF4-FFF2-40B4-BE49-F238E27FC236}">
                  <a16:creationId xmlns:a16="http://schemas.microsoft.com/office/drawing/2014/main" id="{AE0BD2CA-9E0C-4845-8827-94A69E306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3826" y="4122114"/>
              <a:ext cx="471224" cy="489574"/>
            </a:xfrm>
            <a:prstGeom prst="rect">
              <a:avLst/>
            </a:prstGeom>
          </p:spPr>
        </p:pic>
      </p:grp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08A387E1-6B1A-4068-A21D-8A66858B7148}"/>
              </a:ext>
            </a:extLst>
          </p:cNvPr>
          <p:cNvGrpSpPr/>
          <p:nvPr/>
        </p:nvGrpSpPr>
        <p:grpSpPr>
          <a:xfrm>
            <a:off x="7845352" y="252946"/>
            <a:ext cx="2276844" cy="2565186"/>
            <a:chOff x="7845352" y="252946"/>
            <a:chExt cx="2276844" cy="2565186"/>
          </a:xfrm>
        </p:grpSpPr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DB30D8CE-692E-48E1-A74A-AFD034949F24}"/>
                </a:ext>
              </a:extLst>
            </p:cNvPr>
            <p:cNvCxnSpPr/>
            <p:nvPr/>
          </p:nvCxnSpPr>
          <p:spPr>
            <a:xfrm flipH="1">
              <a:off x="8285349" y="1868923"/>
              <a:ext cx="6670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37D4D44D-2F7E-4623-8174-0506F4637513}"/>
                </a:ext>
              </a:extLst>
            </p:cNvPr>
            <p:cNvSpPr/>
            <p:nvPr/>
          </p:nvSpPr>
          <p:spPr>
            <a:xfrm>
              <a:off x="7845352" y="458074"/>
              <a:ext cx="2276844" cy="2360058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00748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ED07EA3D-8260-4701-AF31-D187E0607312}"/>
                </a:ext>
              </a:extLst>
            </p:cNvPr>
            <p:cNvSpPr/>
            <p:nvPr/>
          </p:nvSpPr>
          <p:spPr>
            <a:xfrm>
              <a:off x="7926619" y="252946"/>
              <a:ext cx="724058" cy="576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2" name="Picture 16" descr="아두이노 - 위키백과, 우리 모두의 백과사전">
              <a:extLst>
                <a:ext uri="{FF2B5EF4-FFF2-40B4-BE49-F238E27FC236}">
                  <a16:creationId xmlns:a16="http://schemas.microsoft.com/office/drawing/2014/main" id="{277EDD9B-344B-4DDC-85A8-2FE72C7763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4895" y="295148"/>
              <a:ext cx="669586" cy="450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57FCB1A8-737C-494D-A0C3-0E06BA836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6162" y="2326775"/>
              <a:ext cx="241339" cy="267403"/>
            </a:xfrm>
            <a:prstGeom prst="rect">
              <a:avLst/>
            </a:prstGeom>
          </p:spPr>
        </p:pic>
        <p:pic>
          <p:nvPicPr>
            <p:cNvPr id="214" name="그림 213">
              <a:extLst>
                <a:ext uri="{FF2B5EF4-FFF2-40B4-BE49-F238E27FC236}">
                  <a16:creationId xmlns:a16="http://schemas.microsoft.com/office/drawing/2014/main" id="{1092B935-4D84-476C-A342-2C4383A5B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803" y="2326774"/>
              <a:ext cx="241339" cy="267403"/>
            </a:xfrm>
            <a:prstGeom prst="rect">
              <a:avLst/>
            </a:prstGeom>
          </p:spPr>
        </p:pic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C89EF8A1-B2D2-40C1-BE69-A65EE07AD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1720" y="1634195"/>
              <a:ext cx="620310" cy="465501"/>
            </a:xfrm>
            <a:prstGeom prst="rect">
              <a:avLst/>
            </a:prstGeom>
          </p:spPr>
        </p:pic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A07F70BB-6199-4D68-892E-88F25BD53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793" y="1461104"/>
              <a:ext cx="302237" cy="169219"/>
            </a:xfrm>
            <a:prstGeom prst="rect">
              <a:avLst/>
            </a:prstGeom>
          </p:spPr>
        </p:pic>
        <p:pic>
          <p:nvPicPr>
            <p:cNvPr id="217" name="그림 216">
              <a:extLst>
                <a:ext uri="{FF2B5EF4-FFF2-40B4-BE49-F238E27FC236}">
                  <a16:creationId xmlns:a16="http://schemas.microsoft.com/office/drawing/2014/main" id="{B83B4884-D3E5-4427-9A7D-8AFBFE682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4895" y="1611349"/>
              <a:ext cx="690564" cy="479915"/>
            </a:xfrm>
            <a:prstGeom prst="rect">
              <a:avLst/>
            </a:prstGeom>
          </p:spPr>
        </p:pic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19BD4E31-1BF0-4CFF-AE16-C70002403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6439" y="2273146"/>
              <a:ext cx="469348" cy="358582"/>
            </a:xfrm>
            <a:prstGeom prst="rect">
              <a:avLst/>
            </a:prstGeom>
          </p:spPr>
        </p:pic>
        <p:pic>
          <p:nvPicPr>
            <p:cNvPr id="219" name="그림 218">
              <a:extLst>
                <a:ext uri="{FF2B5EF4-FFF2-40B4-BE49-F238E27FC236}">
                  <a16:creationId xmlns:a16="http://schemas.microsoft.com/office/drawing/2014/main" id="{87D7E09C-4859-4459-AA78-DA3CBB58D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580" y="1681294"/>
              <a:ext cx="302237" cy="169219"/>
            </a:xfrm>
            <a:prstGeom prst="rect">
              <a:avLst/>
            </a:prstGeom>
          </p:spPr>
        </p:pic>
        <p:pic>
          <p:nvPicPr>
            <p:cNvPr id="220" name="그림 219">
              <a:extLst>
                <a:ext uri="{FF2B5EF4-FFF2-40B4-BE49-F238E27FC236}">
                  <a16:creationId xmlns:a16="http://schemas.microsoft.com/office/drawing/2014/main" id="{F5CC5195-DFCF-42C0-ADB0-BD613B680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580" y="1897611"/>
              <a:ext cx="302237" cy="169219"/>
            </a:xfrm>
            <a:prstGeom prst="rect">
              <a:avLst/>
            </a:prstGeom>
          </p:spPr>
        </p:pic>
        <p:pic>
          <p:nvPicPr>
            <p:cNvPr id="221" name="그림 220">
              <a:extLst>
                <a:ext uri="{FF2B5EF4-FFF2-40B4-BE49-F238E27FC236}">
                  <a16:creationId xmlns:a16="http://schemas.microsoft.com/office/drawing/2014/main" id="{53FDFB3D-2FD5-44E0-B400-3B2A014A1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579" y="2115840"/>
              <a:ext cx="302237" cy="169219"/>
            </a:xfrm>
            <a:prstGeom prst="rect">
              <a:avLst/>
            </a:prstGeom>
          </p:spPr>
        </p:pic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1F0B1CC7-2C9D-4B89-A614-E36AC73CF5F4}"/>
                </a:ext>
              </a:extLst>
            </p:cNvPr>
            <p:cNvGrpSpPr/>
            <p:nvPr/>
          </p:nvGrpSpPr>
          <p:grpSpPr>
            <a:xfrm>
              <a:off x="8294055" y="809388"/>
              <a:ext cx="214115" cy="693208"/>
              <a:chOff x="8294055" y="809388"/>
              <a:chExt cx="214115" cy="693208"/>
            </a:xfrm>
          </p:grpSpPr>
          <p:pic>
            <p:nvPicPr>
              <p:cNvPr id="280" name="그림 279">
                <a:extLst>
                  <a:ext uri="{FF2B5EF4-FFF2-40B4-BE49-F238E27FC236}">
                    <a16:creationId xmlns:a16="http://schemas.microsoft.com/office/drawing/2014/main" id="{E2C77522-5407-4E37-9A25-761735A55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4055" y="809388"/>
                <a:ext cx="214115" cy="366337"/>
              </a:xfrm>
              <a:prstGeom prst="rect">
                <a:avLst/>
              </a:prstGeom>
            </p:spPr>
          </p:pic>
          <p:pic>
            <p:nvPicPr>
              <p:cNvPr id="281" name="그림 280">
                <a:extLst>
                  <a:ext uri="{FF2B5EF4-FFF2-40B4-BE49-F238E27FC236}">
                    <a16:creationId xmlns:a16="http://schemas.microsoft.com/office/drawing/2014/main" id="{734E37F9-CF81-479F-885E-1E3E1EB32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0109" y="1289577"/>
                <a:ext cx="159764" cy="213019"/>
              </a:xfrm>
              <a:prstGeom prst="rect">
                <a:avLst/>
              </a:prstGeom>
            </p:spPr>
          </p:pic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25A21EC3-71BB-4896-8AF6-70BFB80E3D2A}"/>
                  </a:ext>
                </a:extLst>
              </p:cNvPr>
              <p:cNvCxnSpPr/>
              <p:nvPr/>
            </p:nvCxnSpPr>
            <p:spPr>
              <a:xfrm>
                <a:off x="8399991" y="1182909"/>
                <a:ext cx="0" cy="106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9E6C8D55-0D2F-444A-AC82-5F1C3BBF9162}"/>
                </a:ext>
              </a:extLst>
            </p:cNvPr>
            <p:cNvGrpSpPr/>
            <p:nvPr/>
          </p:nvGrpSpPr>
          <p:grpSpPr>
            <a:xfrm>
              <a:off x="8818050" y="811421"/>
              <a:ext cx="214115" cy="693208"/>
              <a:chOff x="8294055" y="809388"/>
              <a:chExt cx="214115" cy="693208"/>
            </a:xfrm>
          </p:grpSpPr>
          <p:pic>
            <p:nvPicPr>
              <p:cNvPr id="277" name="그림 276">
                <a:extLst>
                  <a:ext uri="{FF2B5EF4-FFF2-40B4-BE49-F238E27FC236}">
                    <a16:creationId xmlns:a16="http://schemas.microsoft.com/office/drawing/2014/main" id="{98DF4590-D476-48FC-ADE6-CB7E62134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4055" y="809388"/>
                <a:ext cx="214115" cy="366337"/>
              </a:xfrm>
              <a:prstGeom prst="rect">
                <a:avLst/>
              </a:prstGeom>
            </p:spPr>
          </p:pic>
          <p:pic>
            <p:nvPicPr>
              <p:cNvPr id="278" name="그림 277">
                <a:extLst>
                  <a:ext uri="{FF2B5EF4-FFF2-40B4-BE49-F238E27FC236}">
                    <a16:creationId xmlns:a16="http://schemas.microsoft.com/office/drawing/2014/main" id="{6BC6BAF3-7421-4541-87EE-4DEC2900F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0109" y="1289577"/>
                <a:ext cx="159764" cy="213019"/>
              </a:xfrm>
              <a:prstGeom prst="rect">
                <a:avLst/>
              </a:prstGeom>
            </p:spPr>
          </p:pic>
          <p:cxnSp>
            <p:nvCxnSpPr>
              <p:cNvPr id="279" name="직선 연결선 278">
                <a:extLst>
                  <a:ext uri="{FF2B5EF4-FFF2-40B4-BE49-F238E27FC236}">
                    <a16:creationId xmlns:a16="http://schemas.microsoft.com/office/drawing/2014/main" id="{6A48CAAF-D43F-4837-8DB5-18B8EB9E0E98}"/>
                  </a:ext>
                </a:extLst>
              </p:cNvPr>
              <p:cNvCxnSpPr/>
              <p:nvPr/>
            </p:nvCxnSpPr>
            <p:spPr>
              <a:xfrm>
                <a:off x="8399991" y="1182909"/>
                <a:ext cx="0" cy="106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E47E88E3-9624-4914-8BAA-E6889DA957D9}"/>
                </a:ext>
              </a:extLst>
            </p:cNvPr>
            <p:cNvGrpSpPr/>
            <p:nvPr/>
          </p:nvGrpSpPr>
          <p:grpSpPr>
            <a:xfrm>
              <a:off x="9342044" y="811421"/>
              <a:ext cx="214115" cy="693208"/>
              <a:chOff x="8294055" y="809388"/>
              <a:chExt cx="214115" cy="693208"/>
            </a:xfrm>
          </p:grpSpPr>
          <p:pic>
            <p:nvPicPr>
              <p:cNvPr id="274" name="그림 273">
                <a:extLst>
                  <a:ext uri="{FF2B5EF4-FFF2-40B4-BE49-F238E27FC236}">
                    <a16:creationId xmlns:a16="http://schemas.microsoft.com/office/drawing/2014/main" id="{6446D591-1EDE-439C-A31E-9098A409C6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4055" y="809388"/>
                <a:ext cx="214115" cy="366337"/>
              </a:xfrm>
              <a:prstGeom prst="rect">
                <a:avLst/>
              </a:prstGeom>
            </p:spPr>
          </p:pic>
          <p:pic>
            <p:nvPicPr>
              <p:cNvPr id="275" name="그림 274">
                <a:extLst>
                  <a:ext uri="{FF2B5EF4-FFF2-40B4-BE49-F238E27FC236}">
                    <a16:creationId xmlns:a16="http://schemas.microsoft.com/office/drawing/2014/main" id="{A5E9CD36-6D26-4325-86A9-E16D16E44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0109" y="1289577"/>
                <a:ext cx="159764" cy="213019"/>
              </a:xfrm>
              <a:prstGeom prst="rect">
                <a:avLst/>
              </a:prstGeom>
            </p:spPr>
          </p:pic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5A4ECA0B-9D77-4974-954D-BE4922510197}"/>
                  </a:ext>
                </a:extLst>
              </p:cNvPr>
              <p:cNvCxnSpPr/>
              <p:nvPr/>
            </p:nvCxnSpPr>
            <p:spPr>
              <a:xfrm>
                <a:off x="8399991" y="1182909"/>
                <a:ext cx="0" cy="106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연결선: 꺾임 225">
              <a:extLst>
                <a:ext uri="{FF2B5EF4-FFF2-40B4-BE49-F238E27FC236}">
                  <a16:creationId xmlns:a16="http://schemas.microsoft.com/office/drawing/2014/main" id="{1D22BE63-1D92-45F5-BA4E-BC5CB4B781D1}"/>
                </a:ext>
              </a:extLst>
            </p:cNvPr>
            <p:cNvCxnSpPr>
              <a:cxnSpLocks/>
              <a:stCxn id="281" idx="2"/>
              <a:endCxn id="215" idx="0"/>
            </p:cNvCxnSpPr>
            <p:nvPr/>
          </p:nvCxnSpPr>
          <p:spPr>
            <a:xfrm rot="16200000" flipH="1">
              <a:off x="8670134" y="1232453"/>
              <a:ext cx="131599" cy="671884"/>
            </a:xfrm>
            <a:prstGeom prst="bentConnector3">
              <a:avLst>
                <a:gd name="adj1" fmla="val 5090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연결선: 꺾임 226">
              <a:extLst>
                <a:ext uri="{FF2B5EF4-FFF2-40B4-BE49-F238E27FC236}">
                  <a16:creationId xmlns:a16="http://schemas.microsoft.com/office/drawing/2014/main" id="{D7903142-641A-4D38-A41A-7E57A84827C2}"/>
                </a:ext>
              </a:extLst>
            </p:cNvPr>
            <p:cNvCxnSpPr>
              <a:cxnSpLocks/>
              <a:stCxn id="278" idx="2"/>
              <a:endCxn id="215" idx="0"/>
            </p:cNvCxnSpPr>
            <p:nvPr/>
          </p:nvCxnSpPr>
          <p:spPr>
            <a:xfrm rot="16200000" flipH="1">
              <a:off x="8933147" y="1495467"/>
              <a:ext cx="129566" cy="14788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연결선: 꺾임 227">
              <a:extLst>
                <a:ext uri="{FF2B5EF4-FFF2-40B4-BE49-F238E27FC236}">
                  <a16:creationId xmlns:a16="http://schemas.microsoft.com/office/drawing/2014/main" id="{EDDBA9D3-FB7F-4636-8395-4845AC9D0DDF}"/>
                </a:ext>
              </a:extLst>
            </p:cNvPr>
            <p:cNvCxnSpPr>
              <a:cxnSpLocks/>
              <a:stCxn id="275" idx="2"/>
              <a:endCxn id="215" idx="0"/>
            </p:cNvCxnSpPr>
            <p:nvPr/>
          </p:nvCxnSpPr>
          <p:spPr>
            <a:xfrm rot="5400000">
              <a:off x="9195145" y="1381360"/>
              <a:ext cx="129566" cy="37610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연결선: 꺾임 266">
              <a:extLst>
                <a:ext uri="{FF2B5EF4-FFF2-40B4-BE49-F238E27FC236}">
                  <a16:creationId xmlns:a16="http://schemas.microsoft.com/office/drawing/2014/main" id="{E4ADBE46-D254-482E-8455-196F8E4AB2F8}"/>
                </a:ext>
              </a:extLst>
            </p:cNvPr>
            <p:cNvCxnSpPr>
              <a:stCxn id="216" idx="1"/>
              <a:endCxn id="215" idx="3"/>
            </p:cNvCxnSpPr>
            <p:nvPr/>
          </p:nvCxnSpPr>
          <p:spPr>
            <a:xfrm rot="10800000" flipV="1">
              <a:off x="9382031" y="1545714"/>
              <a:ext cx="213763" cy="32123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연결선: 꺾임 267">
              <a:extLst>
                <a:ext uri="{FF2B5EF4-FFF2-40B4-BE49-F238E27FC236}">
                  <a16:creationId xmlns:a16="http://schemas.microsoft.com/office/drawing/2014/main" id="{F9F0D5B4-1AEC-4C0C-A0E3-9862B0FA26D7}"/>
                </a:ext>
              </a:extLst>
            </p:cNvPr>
            <p:cNvCxnSpPr>
              <a:stCxn id="219" idx="1"/>
              <a:endCxn id="215" idx="3"/>
            </p:cNvCxnSpPr>
            <p:nvPr/>
          </p:nvCxnSpPr>
          <p:spPr>
            <a:xfrm rot="10800000" flipV="1">
              <a:off x="9382030" y="1765904"/>
              <a:ext cx="213550" cy="10104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연결선: 꺾임 268">
              <a:extLst>
                <a:ext uri="{FF2B5EF4-FFF2-40B4-BE49-F238E27FC236}">
                  <a16:creationId xmlns:a16="http://schemas.microsoft.com/office/drawing/2014/main" id="{6799B792-0D72-4CDC-8BB4-02052CCA06C4}"/>
                </a:ext>
              </a:extLst>
            </p:cNvPr>
            <p:cNvCxnSpPr>
              <a:stCxn id="220" idx="1"/>
              <a:endCxn id="215" idx="3"/>
            </p:cNvCxnSpPr>
            <p:nvPr/>
          </p:nvCxnSpPr>
          <p:spPr>
            <a:xfrm rot="10800000">
              <a:off x="9382030" y="1866947"/>
              <a:ext cx="213550" cy="11527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연결선: 꺾임 269">
              <a:extLst>
                <a:ext uri="{FF2B5EF4-FFF2-40B4-BE49-F238E27FC236}">
                  <a16:creationId xmlns:a16="http://schemas.microsoft.com/office/drawing/2014/main" id="{3D43FE1B-0C7B-4052-9F1A-87B3A6BF435F}"/>
                </a:ext>
              </a:extLst>
            </p:cNvPr>
            <p:cNvCxnSpPr>
              <a:stCxn id="221" idx="1"/>
              <a:endCxn id="215" idx="3"/>
            </p:cNvCxnSpPr>
            <p:nvPr/>
          </p:nvCxnSpPr>
          <p:spPr>
            <a:xfrm rot="10800000">
              <a:off x="9382031" y="1866946"/>
              <a:ext cx="213549" cy="33350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연결선: 꺾임 270">
              <a:extLst>
                <a:ext uri="{FF2B5EF4-FFF2-40B4-BE49-F238E27FC236}">
                  <a16:creationId xmlns:a16="http://schemas.microsoft.com/office/drawing/2014/main" id="{E9585DB6-AD6A-4766-A88E-94E4775A6979}"/>
                </a:ext>
              </a:extLst>
            </p:cNvPr>
            <p:cNvCxnSpPr>
              <a:stCxn id="213" idx="0"/>
              <a:endCxn id="215" idx="2"/>
            </p:cNvCxnSpPr>
            <p:nvPr/>
          </p:nvCxnSpPr>
          <p:spPr>
            <a:xfrm rot="16200000" flipV="1">
              <a:off x="9055815" y="2115757"/>
              <a:ext cx="227079" cy="194957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연결선: 꺾임 271">
              <a:extLst>
                <a:ext uri="{FF2B5EF4-FFF2-40B4-BE49-F238E27FC236}">
                  <a16:creationId xmlns:a16="http://schemas.microsoft.com/office/drawing/2014/main" id="{8AE5DB6D-F301-4899-ABA0-6B1A38A193B1}"/>
                </a:ext>
              </a:extLst>
            </p:cNvPr>
            <p:cNvCxnSpPr>
              <a:stCxn id="214" idx="0"/>
              <a:endCxn id="215" idx="2"/>
            </p:cNvCxnSpPr>
            <p:nvPr/>
          </p:nvCxnSpPr>
          <p:spPr>
            <a:xfrm rot="5400000" flipH="1" flipV="1">
              <a:off x="8926635" y="2181534"/>
              <a:ext cx="227078" cy="6340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연결선: 꺾임 272">
              <a:extLst>
                <a:ext uri="{FF2B5EF4-FFF2-40B4-BE49-F238E27FC236}">
                  <a16:creationId xmlns:a16="http://schemas.microsoft.com/office/drawing/2014/main" id="{F57591E6-BD56-4E0C-807E-63BBF650673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649556" y="1849064"/>
              <a:ext cx="173450" cy="670762"/>
            </a:xfrm>
            <a:prstGeom prst="bentConnector3">
              <a:avLst>
                <a:gd name="adj1" fmla="val 3352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91CB9DC5-12B0-4C5E-A28A-9E740ADD4F58}"/>
              </a:ext>
            </a:extLst>
          </p:cNvPr>
          <p:cNvGrpSpPr/>
          <p:nvPr/>
        </p:nvGrpSpPr>
        <p:grpSpPr>
          <a:xfrm>
            <a:off x="5271278" y="169377"/>
            <a:ext cx="1884436" cy="2637055"/>
            <a:chOff x="5271278" y="169377"/>
            <a:chExt cx="1884436" cy="2637055"/>
          </a:xfrm>
        </p:grpSpPr>
        <p:sp>
          <p:nvSpPr>
            <p:cNvPr id="284" name="사각형: 둥근 모서리 283">
              <a:extLst>
                <a:ext uri="{FF2B5EF4-FFF2-40B4-BE49-F238E27FC236}">
                  <a16:creationId xmlns:a16="http://schemas.microsoft.com/office/drawing/2014/main" id="{224398C2-C519-4E5C-A0D6-06E086C8D6BA}"/>
                </a:ext>
              </a:extLst>
            </p:cNvPr>
            <p:cNvSpPr/>
            <p:nvPr/>
          </p:nvSpPr>
          <p:spPr>
            <a:xfrm>
              <a:off x="5501014" y="1726728"/>
              <a:ext cx="1423747" cy="920317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사각형: 둥근 모서리 284">
              <a:extLst>
                <a:ext uri="{FF2B5EF4-FFF2-40B4-BE49-F238E27FC236}">
                  <a16:creationId xmlns:a16="http://schemas.microsoft.com/office/drawing/2014/main" id="{7B18BA14-67CD-4380-A9E1-6A7A499CA0C3}"/>
                </a:ext>
              </a:extLst>
            </p:cNvPr>
            <p:cNvSpPr/>
            <p:nvPr/>
          </p:nvSpPr>
          <p:spPr>
            <a:xfrm>
              <a:off x="5271278" y="446374"/>
              <a:ext cx="1884436" cy="2360058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BC114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BF2A73E7-9C80-440D-81CC-BF3A194FDE0A}"/>
                </a:ext>
              </a:extLst>
            </p:cNvPr>
            <p:cNvSpPr/>
            <p:nvPr/>
          </p:nvSpPr>
          <p:spPr>
            <a:xfrm>
              <a:off x="5422815" y="244549"/>
              <a:ext cx="595214" cy="576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7" name="Picture 18" descr="RASPBERRY-PI 5 2G RASPBERRY-PI, Raspberry Pi 5 Board, Broadcom BCM2712,  64-bit | element14 Korea">
              <a:extLst>
                <a:ext uri="{FF2B5EF4-FFF2-40B4-BE49-F238E27FC236}">
                  <a16:creationId xmlns:a16="http://schemas.microsoft.com/office/drawing/2014/main" id="{98DE2D6C-14C8-44AF-9482-BD28611D4D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6356" y="538884"/>
              <a:ext cx="703988" cy="5342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8" name="그림 287">
              <a:extLst>
                <a:ext uri="{FF2B5EF4-FFF2-40B4-BE49-F238E27FC236}">
                  <a16:creationId xmlns:a16="http://schemas.microsoft.com/office/drawing/2014/main" id="{422BC93F-A216-4C7F-ADDE-B0005DE86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451421" y="169377"/>
              <a:ext cx="456543" cy="576685"/>
            </a:xfrm>
            <a:prstGeom prst="rect">
              <a:avLst/>
            </a:prstGeom>
          </p:spPr>
        </p:pic>
        <p:pic>
          <p:nvPicPr>
            <p:cNvPr id="289" name="그림 288">
              <a:extLst>
                <a:ext uri="{FF2B5EF4-FFF2-40B4-BE49-F238E27FC236}">
                  <a16:creationId xmlns:a16="http://schemas.microsoft.com/office/drawing/2014/main" id="{9E9D232D-D64C-47DC-8625-6DA072C1C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2648" y="1814677"/>
              <a:ext cx="801170" cy="801170"/>
            </a:xfrm>
            <a:prstGeom prst="rect">
              <a:avLst/>
            </a:prstGeom>
          </p:spPr>
        </p:pic>
        <p:pic>
          <p:nvPicPr>
            <p:cNvPr id="290" name="Picture 76" descr="Chrome - Free logo icons">
              <a:extLst>
                <a:ext uri="{FF2B5EF4-FFF2-40B4-BE49-F238E27FC236}">
                  <a16:creationId xmlns:a16="http://schemas.microsoft.com/office/drawing/2014/main" id="{C3B2C872-74B4-47F1-9B0D-3239F8E1BE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6919" y="2043443"/>
              <a:ext cx="342089" cy="34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1" name="Picture 2" descr="82635AWGDVKPRQ | RealSense D435 Depth Camera, 0.105 m, 10 m Max Range | RS">
              <a:extLst>
                <a:ext uri="{FF2B5EF4-FFF2-40B4-BE49-F238E27FC236}">
                  <a16:creationId xmlns:a16="http://schemas.microsoft.com/office/drawing/2014/main" id="{23AF5F42-5FEA-4BD4-B48A-9FB7DF262A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1961" y="1096541"/>
              <a:ext cx="990389" cy="5565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2" name="Picture 6" descr="웹캠 - 무료 과학 기술개 아이콘">
              <a:extLst>
                <a:ext uri="{FF2B5EF4-FFF2-40B4-BE49-F238E27FC236}">
                  <a16:creationId xmlns:a16="http://schemas.microsoft.com/office/drawing/2014/main" id="{3A6A01C2-6160-4627-BA42-B7536EBF17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566" y="1086254"/>
              <a:ext cx="555392" cy="5553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ADA95E85-8B47-4530-AE68-BFF8666DD83F}"/>
                </a:ext>
              </a:extLst>
            </p:cNvPr>
            <p:cNvSpPr txBox="1"/>
            <p:nvPr/>
          </p:nvSpPr>
          <p:spPr>
            <a:xfrm>
              <a:off x="5603538" y="1477535"/>
              <a:ext cx="53517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D435</a:t>
              </a:r>
              <a:endParaRPr lang="ko-KR" altLang="en-US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28ABD631-2FEE-45E3-80E8-BE1A7B06EA5E}"/>
              </a:ext>
            </a:extLst>
          </p:cNvPr>
          <p:cNvGrpSpPr/>
          <p:nvPr/>
        </p:nvGrpSpPr>
        <p:grpSpPr>
          <a:xfrm>
            <a:off x="3665923" y="4028077"/>
            <a:ext cx="3919746" cy="266675"/>
            <a:chOff x="3665923" y="4028077"/>
            <a:chExt cx="3919746" cy="266675"/>
          </a:xfrm>
        </p:grpSpPr>
        <p:cxnSp>
          <p:nvCxnSpPr>
            <p:cNvPr id="295" name="직선 화살표 연결선 294">
              <a:extLst>
                <a:ext uri="{FF2B5EF4-FFF2-40B4-BE49-F238E27FC236}">
                  <a16:creationId xmlns:a16="http://schemas.microsoft.com/office/drawing/2014/main" id="{11E2EA52-850B-4BD7-BA96-9F8347835854}"/>
                </a:ext>
              </a:extLst>
            </p:cNvPr>
            <p:cNvCxnSpPr/>
            <p:nvPr/>
          </p:nvCxnSpPr>
          <p:spPr>
            <a:xfrm>
              <a:off x="3684867" y="4028077"/>
              <a:ext cx="0" cy="2635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화살표 연결선 295">
              <a:extLst>
                <a:ext uri="{FF2B5EF4-FFF2-40B4-BE49-F238E27FC236}">
                  <a16:creationId xmlns:a16="http://schemas.microsoft.com/office/drawing/2014/main" id="{3768108B-58B8-479C-8539-299D54942BFF}"/>
                </a:ext>
              </a:extLst>
            </p:cNvPr>
            <p:cNvCxnSpPr/>
            <p:nvPr/>
          </p:nvCxnSpPr>
          <p:spPr>
            <a:xfrm>
              <a:off x="6235189" y="4031252"/>
              <a:ext cx="0" cy="2635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7F2E891B-3039-4342-B9E7-13B6412D59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5923" y="4028077"/>
              <a:ext cx="3919746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A62EA0A8-CA0A-4195-A220-C2B83C522C07}"/>
              </a:ext>
            </a:extLst>
          </p:cNvPr>
          <p:cNvGrpSpPr/>
          <p:nvPr/>
        </p:nvGrpSpPr>
        <p:grpSpPr>
          <a:xfrm>
            <a:off x="6198394" y="2874169"/>
            <a:ext cx="2028898" cy="773400"/>
            <a:chOff x="6198394" y="2874169"/>
            <a:chExt cx="2028898" cy="773400"/>
          </a:xfrm>
        </p:grpSpPr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FC821034-AC24-4079-B5E0-0AEA0D835CE7}"/>
                </a:ext>
              </a:extLst>
            </p:cNvPr>
            <p:cNvCxnSpPr>
              <a:cxnSpLocks/>
            </p:cNvCxnSpPr>
            <p:nvPr/>
          </p:nvCxnSpPr>
          <p:spPr>
            <a:xfrm>
              <a:off x="8197922" y="3305981"/>
              <a:ext cx="0" cy="341588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직선 연결선 299">
              <a:extLst>
                <a:ext uri="{FF2B5EF4-FFF2-40B4-BE49-F238E27FC236}">
                  <a16:creationId xmlns:a16="http://schemas.microsoft.com/office/drawing/2014/main" id="{D2D6295D-C288-49CE-AE18-C4414F57A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8394" y="3280212"/>
              <a:ext cx="2028898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7A02953B-2026-471F-BC16-6A5EBEBF92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194" y="2874169"/>
              <a:ext cx="0" cy="396518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255582B9-BF6D-4A1D-9628-B68CB14BB188}"/>
              </a:ext>
            </a:extLst>
          </p:cNvPr>
          <p:cNvGrpSpPr/>
          <p:nvPr/>
        </p:nvGrpSpPr>
        <p:grpSpPr>
          <a:xfrm>
            <a:off x="3181350" y="2893219"/>
            <a:ext cx="2768302" cy="1398358"/>
            <a:chOff x="3181350" y="2893219"/>
            <a:chExt cx="2768302" cy="1398358"/>
          </a:xfrm>
        </p:grpSpPr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3D368A86-15F4-4241-9A38-3661EF42E1C0}"/>
                </a:ext>
              </a:extLst>
            </p:cNvPr>
            <p:cNvCxnSpPr>
              <a:cxnSpLocks/>
            </p:cNvCxnSpPr>
            <p:nvPr/>
          </p:nvCxnSpPr>
          <p:spPr>
            <a:xfrm>
              <a:off x="5923126" y="3552825"/>
              <a:ext cx="0" cy="738752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1E62D057-2CCA-4C65-9202-B089E70736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1350" y="3577317"/>
              <a:ext cx="2768302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화살표 연결선 304">
              <a:extLst>
                <a:ext uri="{FF2B5EF4-FFF2-40B4-BE49-F238E27FC236}">
                  <a16:creationId xmlns:a16="http://schemas.microsoft.com/office/drawing/2014/main" id="{436B3FC8-60FC-4961-968A-46D788AD6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0365" y="2893219"/>
              <a:ext cx="0" cy="684098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C4243D47-AE9C-43E2-9F52-954029FEBA1A}"/>
              </a:ext>
            </a:extLst>
          </p:cNvPr>
          <p:cNvGrpSpPr/>
          <p:nvPr/>
        </p:nvGrpSpPr>
        <p:grpSpPr>
          <a:xfrm>
            <a:off x="7664303" y="3379523"/>
            <a:ext cx="4127505" cy="2911944"/>
            <a:chOff x="7664303" y="3379523"/>
            <a:chExt cx="4127505" cy="2911944"/>
          </a:xfrm>
        </p:grpSpPr>
        <p:pic>
          <p:nvPicPr>
            <p:cNvPr id="307" name="그림 306">
              <a:extLst>
                <a:ext uri="{FF2B5EF4-FFF2-40B4-BE49-F238E27FC236}">
                  <a16:creationId xmlns:a16="http://schemas.microsoft.com/office/drawing/2014/main" id="{17352B9A-B277-4592-B9E0-F393C50BE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4057" y="5152855"/>
              <a:ext cx="616077" cy="1004559"/>
            </a:xfrm>
            <a:prstGeom prst="rect">
              <a:avLst/>
            </a:prstGeom>
          </p:spPr>
        </p:pic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1D8B9766-37BD-4C1E-BAF1-AAD6A55D099E}"/>
                </a:ext>
              </a:extLst>
            </p:cNvPr>
            <p:cNvGrpSpPr/>
            <p:nvPr/>
          </p:nvGrpSpPr>
          <p:grpSpPr>
            <a:xfrm>
              <a:off x="7664303" y="3379523"/>
              <a:ext cx="4127505" cy="2911944"/>
              <a:chOff x="7664303" y="3379523"/>
              <a:chExt cx="4127505" cy="2911944"/>
            </a:xfrm>
          </p:grpSpPr>
          <p:sp>
            <p:nvSpPr>
              <p:cNvPr id="309" name="사각형: 둥근 모서리 308">
                <a:extLst>
                  <a:ext uri="{FF2B5EF4-FFF2-40B4-BE49-F238E27FC236}">
                    <a16:creationId xmlns:a16="http://schemas.microsoft.com/office/drawing/2014/main" id="{220295E0-8790-4988-B10F-B1ED5767C524}"/>
                  </a:ext>
                </a:extLst>
              </p:cNvPr>
              <p:cNvSpPr/>
              <p:nvPr/>
            </p:nvSpPr>
            <p:spPr>
              <a:xfrm>
                <a:off x="7664303" y="4938409"/>
                <a:ext cx="1036860" cy="1353058"/>
              </a:xfrm>
              <a:prstGeom prst="roundRect">
                <a:avLst>
                  <a:gd name="adj" fmla="val 7335"/>
                </a:avLst>
              </a:prstGeom>
              <a:noFill/>
              <a:ln w="38100">
                <a:solidFill>
                  <a:srgbClr val="2396EE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9A08027E-9F6E-4C48-AC68-FB28DE6CE7A3}"/>
                  </a:ext>
                </a:extLst>
              </p:cNvPr>
              <p:cNvSpPr/>
              <p:nvPr/>
            </p:nvSpPr>
            <p:spPr>
              <a:xfrm>
                <a:off x="7711992" y="4663641"/>
                <a:ext cx="478618" cy="4366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11" name="그림 310">
                <a:extLst>
                  <a:ext uri="{FF2B5EF4-FFF2-40B4-BE49-F238E27FC236}">
                    <a16:creationId xmlns:a16="http://schemas.microsoft.com/office/drawing/2014/main" id="{7738C5BD-565E-4AF5-869A-C8DFCBF15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56565" y="4681892"/>
                <a:ext cx="409874" cy="425834"/>
              </a:xfrm>
              <a:prstGeom prst="rect">
                <a:avLst/>
              </a:prstGeom>
            </p:spPr>
          </p:pic>
          <p:cxnSp>
            <p:nvCxnSpPr>
              <p:cNvPr id="312" name="직선 화살표 연결선 311">
                <a:extLst>
                  <a:ext uri="{FF2B5EF4-FFF2-40B4-BE49-F238E27FC236}">
                    <a16:creationId xmlns:a16="http://schemas.microsoft.com/office/drawing/2014/main" id="{A4A8115E-AD49-46E6-A4E1-8506EF914A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87809" y="5673386"/>
                <a:ext cx="685800" cy="0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3" name="Picture 50" descr="GitHub Logo and symbol, meaning, history, PNG, brand">
                <a:extLst>
                  <a:ext uri="{FF2B5EF4-FFF2-40B4-BE49-F238E27FC236}">
                    <a16:creationId xmlns:a16="http://schemas.microsoft.com/office/drawing/2014/main" id="{C1B5EB39-76D9-4901-A129-53A5765618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51" r="15874"/>
              <a:stretch/>
            </p:blipFill>
            <p:spPr bwMode="auto">
              <a:xfrm>
                <a:off x="9576663" y="5346462"/>
                <a:ext cx="849673" cy="7189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4" name="Picture 74" descr="Gitlab 로고 아이콘">
                <a:extLst>
                  <a:ext uri="{FF2B5EF4-FFF2-40B4-BE49-F238E27FC236}">
                    <a16:creationId xmlns:a16="http://schemas.microsoft.com/office/drawing/2014/main" id="{B46CD7E5-0E04-416F-AB83-6C61F34E37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6178" y="5361800"/>
                <a:ext cx="625630" cy="625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15" name="직선 화살표 연결선 314">
                <a:extLst>
                  <a:ext uri="{FF2B5EF4-FFF2-40B4-BE49-F238E27FC236}">
                    <a16:creationId xmlns:a16="http://schemas.microsoft.com/office/drawing/2014/main" id="{87AA052F-72E3-4063-95AE-398DF1A72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83396" y="4622111"/>
                <a:ext cx="0" cy="514650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직선 화살표 연결선 315">
                <a:extLst>
                  <a:ext uri="{FF2B5EF4-FFF2-40B4-BE49-F238E27FC236}">
                    <a16:creationId xmlns:a16="http://schemas.microsoft.com/office/drawing/2014/main" id="{11A9CB09-9F87-4A97-A655-9851BB48F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9162" y="5689622"/>
                <a:ext cx="581993" cy="0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7" name="그룹 316">
                <a:extLst>
                  <a:ext uri="{FF2B5EF4-FFF2-40B4-BE49-F238E27FC236}">
                    <a16:creationId xmlns:a16="http://schemas.microsoft.com/office/drawing/2014/main" id="{BF122428-259A-45A7-8C5C-1B40872CE5D7}"/>
                  </a:ext>
                </a:extLst>
              </p:cNvPr>
              <p:cNvGrpSpPr/>
              <p:nvPr/>
            </p:nvGrpSpPr>
            <p:grpSpPr>
              <a:xfrm>
                <a:off x="9374169" y="3379523"/>
                <a:ext cx="1395646" cy="1242588"/>
                <a:chOff x="9374169" y="3379523"/>
                <a:chExt cx="1395646" cy="1242588"/>
              </a:xfrm>
            </p:grpSpPr>
            <p:pic>
              <p:nvPicPr>
                <p:cNvPr id="318" name="Picture 56">
                  <a:extLst>
                    <a:ext uri="{FF2B5EF4-FFF2-40B4-BE49-F238E27FC236}">
                      <a16:creationId xmlns:a16="http://schemas.microsoft.com/office/drawing/2014/main" id="{B93FBC25-45AD-4C5F-B488-34A9325D2FA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8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472319" y="3379523"/>
                  <a:ext cx="999460" cy="99946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38F73A5E-1B85-4EB5-8982-804681A27B29}"/>
                    </a:ext>
                  </a:extLst>
                </p:cNvPr>
                <p:cNvSpPr txBox="1"/>
                <p:nvPr/>
              </p:nvSpPr>
              <p:spPr>
                <a:xfrm>
                  <a:off x="9374169" y="4283557"/>
                  <a:ext cx="13956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Developer</a:t>
                  </a:r>
                  <a:endParaRPr lang="ko-KR" altLang="en-US" sz="1600" b="1" dirty="0">
                    <a:solidFill>
                      <a:schemeClr val="accent1">
                        <a:lumMod val="75000"/>
                      </a:schemeClr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endParaRPr>
                </a:p>
              </p:txBody>
            </p:sp>
          </p:grpSp>
        </p:grpSp>
      </p:grpSp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3C12A986-76BB-4395-B50D-2C2DF94D8141}"/>
              </a:ext>
            </a:extLst>
          </p:cNvPr>
          <p:cNvGrpSpPr/>
          <p:nvPr/>
        </p:nvGrpSpPr>
        <p:grpSpPr>
          <a:xfrm>
            <a:off x="-1081640" y="-31821"/>
            <a:ext cx="5537233" cy="2844133"/>
            <a:chOff x="-1081640" y="-31821"/>
            <a:chExt cx="5537233" cy="2844133"/>
          </a:xfrm>
        </p:grpSpPr>
        <p:pic>
          <p:nvPicPr>
            <p:cNvPr id="321" name="Picture 4" descr="FastAPI 파이썬으로 간단하게 웹 API 만들기">
              <a:extLst>
                <a:ext uri="{FF2B5EF4-FFF2-40B4-BE49-F238E27FC236}">
                  <a16:creationId xmlns:a16="http://schemas.microsoft.com/office/drawing/2014/main" id="{F46149D8-D863-4BB5-863B-86C9D62A4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2137" y="1331610"/>
              <a:ext cx="1484144" cy="535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2" name="그림 321">
              <a:extLst>
                <a:ext uri="{FF2B5EF4-FFF2-40B4-BE49-F238E27FC236}">
                  <a16:creationId xmlns:a16="http://schemas.microsoft.com/office/drawing/2014/main" id="{0CA5EE43-848D-4E9A-B122-54383742B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004950" y="2054550"/>
              <a:ext cx="1220384" cy="341707"/>
            </a:xfrm>
            <a:prstGeom prst="rect">
              <a:avLst/>
            </a:prstGeom>
          </p:spPr>
        </p:pic>
        <p:sp>
          <p:nvSpPr>
            <p:cNvPr id="323" name="사각형: 둥근 모서리 322">
              <a:extLst>
                <a:ext uri="{FF2B5EF4-FFF2-40B4-BE49-F238E27FC236}">
                  <a16:creationId xmlns:a16="http://schemas.microsoft.com/office/drawing/2014/main" id="{8E72D15F-8715-4028-A51F-42E8B83C6982}"/>
                </a:ext>
              </a:extLst>
            </p:cNvPr>
            <p:cNvSpPr/>
            <p:nvPr/>
          </p:nvSpPr>
          <p:spPr>
            <a:xfrm>
              <a:off x="525290" y="452254"/>
              <a:ext cx="3930303" cy="2360058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673AB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4" name="직사각형 323">
              <a:extLst>
                <a:ext uri="{FF2B5EF4-FFF2-40B4-BE49-F238E27FC236}">
                  <a16:creationId xmlns:a16="http://schemas.microsoft.com/office/drawing/2014/main" id="{8E5C917C-D9DD-4ADF-AAEC-33CEC2DCB63C}"/>
                </a:ext>
              </a:extLst>
            </p:cNvPr>
            <p:cNvSpPr/>
            <p:nvPr/>
          </p:nvSpPr>
          <p:spPr>
            <a:xfrm>
              <a:off x="818708" y="187147"/>
              <a:ext cx="746588" cy="5730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5" name="그림 324">
              <a:extLst>
                <a:ext uri="{FF2B5EF4-FFF2-40B4-BE49-F238E27FC236}">
                  <a16:creationId xmlns:a16="http://schemas.microsoft.com/office/drawing/2014/main" id="{65014010-7326-4C39-8639-3C60B274C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6808" y="1723498"/>
              <a:ext cx="1892829" cy="695989"/>
            </a:xfrm>
            <a:prstGeom prst="rect">
              <a:avLst/>
            </a:prstGeom>
          </p:spPr>
        </p:pic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8BF5F77A-006D-475F-8D10-366CBB473FA9}"/>
                </a:ext>
              </a:extLst>
            </p:cNvPr>
            <p:cNvGrpSpPr/>
            <p:nvPr/>
          </p:nvGrpSpPr>
          <p:grpSpPr>
            <a:xfrm>
              <a:off x="732822" y="821234"/>
              <a:ext cx="3515239" cy="1825812"/>
              <a:chOff x="732822" y="821234"/>
              <a:chExt cx="3515239" cy="1825812"/>
            </a:xfrm>
          </p:grpSpPr>
          <p:sp>
            <p:nvSpPr>
              <p:cNvPr id="332" name="사각형: 둥근 모서리 331">
                <a:extLst>
                  <a:ext uri="{FF2B5EF4-FFF2-40B4-BE49-F238E27FC236}">
                    <a16:creationId xmlns:a16="http://schemas.microsoft.com/office/drawing/2014/main" id="{33E29DD7-2304-4ACE-A8E3-34958D9323B5}"/>
                  </a:ext>
                </a:extLst>
              </p:cNvPr>
              <p:cNvSpPr/>
              <p:nvPr/>
            </p:nvSpPr>
            <p:spPr>
              <a:xfrm>
                <a:off x="732822" y="1173553"/>
                <a:ext cx="3515239" cy="1473493"/>
              </a:xfrm>
              <a:prstGeom prst="roundRect">
                <a:avLst>
                  <a:gd name="adj" fmla="val 7335"/>
                </a:avLst>
              </a:prstGeom>
              <a:noFill/>
              <a:ln w="38100">
                <a:solidFill>
                  <a:srgbClr val="2396EE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3" name="직사각형 332">
                <a:extLst>
                  <a:ext uri="{FF2B5EF4-FFF2-40B4-BE49-F238E27FC236}">
                    <a16:creationId xmlns:a16="http://schemas.microsoft.com/office/drawing/2014/main" id="{600118B0-7186-417D-9553-A28E19560E31}"/>
                  </a:ext>
                </a:extLst>
              </p:cNvPr>
              <p:cNvSpPr/>
              <p:nvPr/>
            </p:nvSpPr>
            <p:spPr>
              <a:xfrm>
                <a:off x="944699" y="927775"/>
                <a:ext cx="644946" cy="4220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34" name="그림 333">
                <a:extLst>
                  <a:ext uri="{FF2B5EF4-FFF2-40B4-BE49-F238E27FC236}">
                    <a16:creationId xmlns:a16="http://schemas.microsoft.com/office/drawing/2014/main" id="{C203E06B-0A70-4439-AE62-B6E21BD62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268" y="821234"/>
                <a:ext cx="573027" cy="573027"/>
              </a:xfrm>
              <a:prstGeom prst="rect">
                <a:avLst/>
              </a:prstGeom>
            </p:spPr>
          </p:pic>
        </p:grp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5C4C0D13-4C99-4505-BDC9-AA43CBB3D4C8}"/>
                </a:ext>
              </a:extLst>
            </p:cNvPr>
            <p:cNvSpPr txBox="1"/>
            <p:nvPr/>
          </p:nvSpPr>
          <p:spPr>
            <a:xfrm>
              <a:off x="2363835" y="2180936"/>
              <a:ext cx="15412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00" b="1" i="0" dirty="0">
                  <a:solidFill>
                    <a:srgbClr val="27251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</a:t>
              </a:r>
              <a:r>
                <a:rPr lang="en-US" altLang="ko-KR" b="1" i="0" dirty="0">
                  <a:solidFill>
                    <a:srgbClr val="27251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R-</a:t>
              </a:r>
              <a:r>
                <a:rPr lang="en-US" altLang="ko-KR" b="1" i="0" dirty="0" err="1">
                  <a:solidFill>
                    <a:srgbClr val="27251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ConvNet</a:t>
              </a:r>
              <a:endPara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28" name="사각형: 둥근 모서리 327">
              <a:extLst>
                <a:ext uri="{FF2B5EF4-FFF2-40B4-BE49-F238E27FC236}">
                  <a16:creationId xmlns:a16="http://schemas.microsoft.com/office/drawing/2014/main" id="{3054214A-B4F9-4E69-ADD2-0069B9FA9231}"/>
                </a:ext>
              </a:extLst>
            </p:cNvPr>
            <p:cNvSpPr/>
            <p:nvPr/>
          </p:nvSpPr>
          <p:spPr>
            <a:xfrm>
              <a:off x="2335116" y="1739769"/>
              <a:ext cx="1814522" cy="836214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9" name="Picture 50" descr="GitHub Logo and symbol, meaning, history, PNG, brand">
              <a:extLst>
                <a:ext uri="{FF2B5EF4-FFF2-40B4-BE49-F238E27FC236}">
                  <a16:creationId xmlns:a16="http://schemas.microsoft.com/office/drawing/2014/main" id="{4B7FBFE4-79C3-40EB-9066-6EB1745351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51" r="15874"/>
            <a:stretch/>
          </p:blipFill>
          <p:spPr bwMode="auto">
            <a:xfrm>
              <a:off x="-1081640" y="1319423"/>
              <a:ext cx="849673" cy="718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30" name="직선 화살표 연결선 329">
              <a:extLst>
                <a:ext uri="{FF2B5EF4-FFF2-40B4-BE49-F238E27FC236}">
                  <a16:creationId xmlns:a16="http://schemas.microsoft.com/office/drawing/2014/main" id="{25A6CD7A-135B-4D66-A232-34163DD4377A}"/>
                </a:ext>
              </a:extLst>
            </p:cNvPr>
            <p:cNvCxnSpPr>
              <a:cxnSpLocks/>
            </p:cNvCxnSpPr>
            <p:nvPr/>
          </p:nvCxnSpPr>
          <p:spPr>
            <a:xfrm>
              <a:off x="-189141" y="1678912"/>
              <a:ext cx="581993" cy="0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1" name="Picture 38" descr="RunPod] RunPod (비용 및 Pycharm SSH 연결 방법)">
              <a:extLst>
                <a:ext uri="{FF2B5EF4-FFF2-40B4-BE49-F238E27FC236}">
                  <a16:creationId xmlns:a16="http://schemas.microsoft.com/office/drawing/2014/main" id="{CB85E1BA-32C7-4B47-981C-ACFC53E4E8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808" y="-31821"/>
              <a:ext cx="868334" cy="868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6084274F-CFA8-4127-889C-6CA9A31F3300}"/>
              </a:ext>
            </a:extLst>
          </p:cNvPr>
          <p:cNvGrpSpPr/>
          <p:nvPr/>
        </p:nvGrpSpPr>
        <p:grpSpPr>
          <a:xfrm>
            <a:off x="5203970" y="60425"/>
            <a:ext cx="4989354" cy="2780223"/>
            <a:chOff x="5177128" y="176082"/>
            <a:chExt cx="4989354" cy="2780223"/>
          </a:xfrm>
        </p:grpSpPr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C2EACE5F-9108-4545-B562-70185783C6F0}"/>
                </a:ext>
              </a:extLst>
            </p:cNvPr>
            <p:cNvSpPr/>
            <p:nvPr/>
          </p:nvSpPr>
          <p:spPr>
            <a:xfrm>
              <a:off x="5177128" y="176082"/>
              <a:ext cx="4989354" cy="27802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7" name="그림 336">
              <a:extLst>
                <a:ext uri="{FF2B5EF4-FFF2-40B4-BE49-F238E27FC236}">
                  <a16:creationId xmlns:a16="http://schemas.microsoft.com/office/drawing/2014/main" id="{298404F3-48EA-4716-817F-4EE3AEBE2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2871" y="725521"/>
              <a:ext cx="2070714" cy="2070714"/>
            </a:xfrm>
            <a:prstGeom prst="rect">
              <a:avLst/>
            </a:prstGeom>
          </p:spPr>
        </p:pic>
        <p:pic>
          <p:nvPicPr>
            <p:cNvPr id="338" name="그림 337">
              <a:extLst>
                <a:ext uri="{FF2B5EF4-FFF2-40B4-BE49-F238E27FC236}">
                  <a16:creationId xmlns:a16="http://schemas.microsoft.com/office/drawing/2014/main" id="{7F84A775-B5AE-4B51-9861-0FC3219D5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7723" y="1199815"/>
              <a:ext cx="961962" cy="961962"/>
            </a:xfrm>
            <a:prstGeom prst="rect">
              <a:avLst/>
            </a:prstGeom>
          </p:spPr>
        </p:pic>
        <p:sp>
          <p:nvSpPr>
            <p:cNvPr id="339" name="타원 338">
              <a:extLst>
                <a:ext uri="{FF2B5EF4-FFF2-40B4-BE49-F238E27FC236}">
                  <a16:creationId xmlns:a16="http://schemas.microsoft.com/office/drawing/2014/main" id="{AEC76975-C1CE-4D53-86FC-A554BB8BE948}"/>
                </a:ext>
              </a:extLst>
            </p:cNvPr>
            <p:cNvSpPr/>
            <p:nvPr/>
          </p:nvSpPr>
          <p:spPr>
            <a:xfrm>
              <a:off x="5461111" y="1129012"/>
              <a:ext cx="1449383" cy="1449383"/>
            </a:xfrm>
            <a:prstGeom prst="ellipse">
              <a:avLst/>
            </a:prstGeom>
            <a:noFill/>
            <a:ln w="57150">
              <a:solidFill>
                <a:srgbClr val="FFD21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681717AE-FA61-4959-8C2C-C9BA04230105}"/>
                </a:ext>
              </a:extLst>
            </p:cNvPr>
            <p:cNvSpPr txBox="1"/>
            <p:nvPr/>
          </p:nvSpPr>
          <p:spPr>
            <a:xfrm>
              <a:off x="5615895" y="1974330"/>
              <a:ext cx="11776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chemeClr val="accent4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J</a:t>
              </a:r>
              <a:r>
                <a:rPr lang="en-US" altLang="ko-KR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IP</a:t>
              </a:r>
              <a:r>
                <a:rPr lang="en-US" altLang="ko-KR" b="1" dirty="0">
                  <a:solidFill>
                    <a:schemeClr val="accent4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C</a:t>
              </a:r>
              <a:r>
                <a:rPr lang="en-US" altLang="ko-KR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HAK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4BC111AA-C14E-4EBB-B8F4-491E080C6935}"/>
              </a:ext>
            </a:extLst>
          </p:cNvPr>
          <p:cNvGrpSpPr/>
          <p:nvPr/>
        </p:nvGrpSpPr>
        <p:grpSpPr>
          <a:xfrm>
            <a:off x="9351789" y="1101554"/>
            <a:ext cx="1529172" cy="1283978"/>
            <a:chOff x="9264591" y="1030143"/>
            <a:chExt cx="1529172" cy="1283978"/>
          </a:xfrm>
        </p:grpSpPr>
        <p:pic>
          <p:nvPicPr>
            <p:cNvPr id="205" name="Picture 56">
              <a:extLst>
                <a:ext uri="{FF2B5EF4-FFF2-40B4-BE49-F238E27FC236}">
                  <a16:creationId xmlns:a16="http://schemas.microsoft.com/office/drawing/2014/main" id="{10D4BDFB-C958-4563-ABCE-5CADFCE0F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7219" y="1030143"/>
              <a:ext cx="1056544" cy="1056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6D6E8D76-BCD6-4382-B3C4-3FD3EBE5A097}"/>
                </a:ext>
              </a:extLst>
            </p:cNvPr>
            <p:cNvSpPr txBox="1"/>
            <p:nvPr/>
          </p:nvSpPr>
          <p:spPr>
            <a:xfrm>
              <a:off x="9848668" y="1944789"/>
              <a:ext cx="877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USER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207" name="직선 화살표 연결선 206">
              <a:extLst>
                <a:ext uri="{FF2B5EF4-FFF2-40B4-BE49-F238E27FC236}">
                  <a16:creationId xmlns:a16="http://schemas.microsoft.com/office/drawing/2014/main" id="{62D3420F-8F4B-4538-BB5B-400E2E2D4D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4591" y="1864881"/>
              <a:ext cx="501539" cy="0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533389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그림 188">
            <a:extLst>
              <a:ext uri="{FF2B5EF4-FFF2-40B4-BE49-F238E27FC236}">
                <a16:creationId xmlns:a16="http://schemas.microsoft.com/office/drawing/2014/main" id="{250579BC-B686-4692-A1C8-6BCAA2245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7689" y="-24938"/>
            <a:ext cx="13028400" cy="6536367"/>
          </a:xfrm>
          <a:prstGeom prst="rect">
            <a:avLst/>
          </a:prstGeom>
        </p:spPr>
      </p:pic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C457433-BD0A-4C25-84EB-80A2CD62BF8B}"/>
              </a:ext>
            </a:extLst>
          </p:cNvPr>
          <p:cNvSpPr/>
          <p:nvPr/>
        </p:nvSpPr>
        <p:spPr>
          <a:xfrm>
            <a:off x="525291" y="3296387"/>
            <a:ext cx="8554914" cy="3191347"/>
          </a:xfrm>
          <a:prstGeom prst="roundRect">
            <a:avLst>
              <a:gd name="adj" fmla="val 7335"/>
            </a:avLst>
          </a:prstGeom>
          <a:noFill/>
          <a:ln w="38100">
            <a:solidFill>
              <a:srgbClr val="F6853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EB58F6D-54CD-4A58-86BC-B2CD5F11650B}"/>
              </a:ext>
            </a:extLst>
          </p:cNvPr>
          <p:cNvSpPr/>
          <p:nvPr/>
        </p:nvSpPr>
        <p:spPr>
          <a:xfrm>
            <a:off x="821582" y="3270687"/>
            <a:ext cx="830361" cy="573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B5E2E87-99F7-4119-B8C7-4359308AE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78" y="2901288"/>
            <a:ext cx="652212" cy="789603"/>
          </a:xfrm>
          <a:prstGeom prst="rect">
            <a:avLst/>
          </a:prstGeom>
        </p:spPr>
      </p:pic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B51A024E-F7D7-4667-BFB5-34D1C6475096}"/>
              </a:ext>
            </a:extLst>
          </p:cNvPr>
          <p:cNvCxnSpPr>
            <a:cxnSpLocks/>
          </p:cNvCxnSpPr>
          <p:nvPr/>
        </p:nvCxnSpPr>
        <p:spPr>
          <a:xfrm>
            <a:off x="4561932" y="1681023"/>
            <a:ext cx="59486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96597EC6-3722-4EDD-90BE-C73CBB92EDC4}"/>
              </a:ext>
            </a:extLst>
          </p:cNvPr>
          <p:cNvGrpSpPr/>
          <p:nvPr/>
        </p:nvGrpSpPr>
        <p:grpSpPr>
          <a:xfrm>
            <a:off x="818708" y="3773932"/>
            <a:ext cx="3770121" cy="2472930"/>
            <a:chOff x="818708" y="3773932"/>
            <a:chExt cx="3770121" cy="2472930"/>
          </a:xfrm>
        </p:grpSpPr>
        <p:pic>
          <p:nvPicPr>
            <p:cNvPr id="1032" name="Picture 8" descr="SpringBoot]스프링부트란?">
              <a:extLst>
                <a:ext uri="{FF2B5EF4-FFF2-40B4-BE49-F238E27FC236}">
                  <a16:creationId xmlns:a16="http://schemas.microsoft.com/office/drawing/2014/main" id="{4A9944B7-4C43-4264-B54B-798901A135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764" y="4797309"/>
              <a:ext cx="1446593" cy="758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1D4C53AA-1E95-473D-A4E6-3072A7BB82D5}"/>
                </a:ext>
              </a:extLst>
            </p:cNvPr>
            <p:cNvSpPr/>
            <p:nvPr/>
          </p:nvSpPr>
          <p:spPr>
            <a:xfrm>
              <a:off x="2878860" y="4399511"/>
              <a:ext cx="1709969" cy="1524234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04421F7-B209-403F-B79E-49EB7C34E6C7}"/>
                </a:ext>
              </a:extLst>
            </p:cNvPr>
            <p:cNvSpPr/>
            <p:nvPr/>
          </p:nvSpPr>
          <p:spPr>
            <a:xfrm>
              <a:off x="3023138" y="4145269"/>
              <a:ext cx="642150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F48AB9F3-D46F-48E9-9637-71C64EE3C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0501" y="4035059"/>
              <a:ext cx="570543" cy="592760"/>
            </a:xfrm>
            <a:prstGeom prst="rect">
              <a:avLst/>
            </a:prstGeom>
          </p:spPr>
        </p:pic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D0A91014-AB9C-4DE8-83E7-B7677E59DA88}"/>
                </a:ext>
              </a:extLst>
            </p:cNvPr>
            <p:cNvSpPr/>
            <p:nvPr/>
          </p:nvSpPr>
          <p:spPr>
            <a:xfrm>
              <a:off x="900126" y="3773932"/>
              <a:ext cx="642150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1945D005-42A7-4FFF-827B-0FA7A32FB091}"/>
                </a:ext>
              </a:extLst>
            </p:cNvPr>
            <p:cNvSpPr/>
            <p:nvPr/>
          </p:nvSpPr>
          <p:spPr>
            <a:xfrm>
              <a:off x="818708" y="5361800"/>
              <a:ext cx="1260257" cy="885062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4A136CB8-7068-4CAE-92E2-B27D9B970C97}"/>
                </a:ext>
              </a:extLst>
            </p:cNvPr>
            <p:cNvSpPr/>
            <p:nvPr/>
          </p:nvSpPr>
          <p:spPr>
            <a:xfrm>
              <a:off x="900126" y="5107558"/>
              <a:ext cx="478618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5D135B56-C427-47B6-8C9E-455CB17E7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699" y="5125809"/>
              <a:ext cx="409874" cy="425834"/>
            </a:xfrm>
            <a:prstGeom prst="rect">
              <a:avLst/>
            </a:prstGeom>
          </p:spPr>
        </p:pic>
        <p:pic>
          <p:nvPicPr>
            <p:cNvPr id="1090" name="Picture 66" descr="MySQL 데이터 베이스 및 테이블 정보 조회">
              <a:extLst>
                <a:ext uri="{FF2B5EF4-FFF2-40B4-BE49-F238E27FC236}">
                  <a16:creationId xmlns:a16="http://schemas.microsoft.com/office/drawing/2014/main" id="{D7B8FF9E-7243-4214-ACFE-923E102846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680" y="5522779"/>
              <a:ext cx="592760" cy="592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2446244D-B0A5-4539-8B19-6E893570A35F}"/>
                </a:ext>
              </a:extLst>
            </p:cNvPr>
            <p:cNvSpPr/>
            <p:nvPr/>
          </p:nvSpPr>
          <p:spPr>
            <a:xfrm>
              <a:off x="818953" y="4031909"/>
              <a:ext cx="1260256" cy="885062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0697E15A-1282-4C3C-ABEE-1FCBAF6CDE79}"/>
                </a:ext>
              </a:extLst>
            </p:cNvPr>
            <p:cNvSpPr/>
            <p:nvPr/>
          </p:nvSpPr>
          <p:spPr>
            <a:xfrm>
              <a:off x="900370" y="3777667"/>
              <a:ext cx="478618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908728C7-A8D9-45D1-834F-BA66848E6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943" y="3795918"/>
              <a:ext cx="409874" cy="425834"/>
            </a:xfrm>
            <a:prstGeom prst="rect">
              <a:avLst/>
            </a:prstGeom>
          </p:spPr>
        </p:pic>
        <p:pic>
          <p:nvPicPr>
            <p:cNvPr id="1038" name="Picture 14" descr="redis">
              <a:extLst>
                <a:ext uri="{FF2B5EF4-FFF2-40B4-BE49-F238E27FC236}">
                  <a16:creationId xmlns:a16="http://schemas.microsoft.com/office/drawing/2014/main" id="{0AB06F4F-8030-43BD-A193-D832A48798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2190" y="4152139"/>
              <a:ext cx="758802" cy="640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73" name="그룹 1072">
              <a:extLst>
                <a:ext uri="{FF2B5EF4-FFF2-40B4-BE49-F238E27FC236}">
                  <a16:creationId xmlns:a16="http://schemas.microsoft.com/office/drawing/2014/main" id="{DBB01AC0-D9A7-43CD-AE1D-AD0260B1A2F7}"/>
                </a:ext>
              </a:extLst>
            </p:cNvPr>
            <p:cNvGrpSpPr/>
            <p:nvPr/>
          </p:nvGrpSpPr>
          <p:grpSpPr>
            <a:xfrm>
              <a:off x="2135513" y="4572070"/>
              <a:ext cx="653678" cy="1298879"/>
              <a:chOff x="2135513" y="4572070"/>
              <a:chExt cx="653678" cy="1298879"/>
            </a:xfrm>
          </p:grpSpPr>
          <p:cxnSp>
            <p:nvCxnSpPr>
              <p:cNvPr id="113" name="연결선: 꺾임 112">
                <a:extLst>
                  <a:ext uri="{FF2B5EF4-FFF2-40B4-BE49-F238E27FC236}">
                    <a16:creationId xmlns:a16="http://schemas.microsoft.com/office/drawing/2014/main" id="{B7320DCF-DFDC-4203-A220-A27A0805C8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5513" y="4572070"/>
                <a:ext cx="653320" cy="650340"/>
              </a:xfrm>
              <a:prstGeom prst="bentConnector3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연결선: 꺾임 162">
                <a:extLst>
                  <a:ext uri="{FF2B5EF4-FFF2-40B4-BE49-F238E27FC236}">
                    <a16:creationId xmlns:a16="http://schemas.microsoft.com/office/drawing/2014/main" id="{F604AE66-D9BB-428F-8C1C-42B6EA70F5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35871" y="5220609"/>
                <a:ext cx="653320" cy="650340"/>
              </a:xfrm>
              <a:prstGeom prst="bentConnector3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8280766E-214C-42A9-8985-B050B1F77C7B}"/>
              </a:ext>
            </a:extLst>
          </p:cNvPr>
          <p:cNvCxnSpPr>
            <a:cxnSpLocks/>
          </p:cNvCxnSpPr>
          <p:nvPr/>
        </p:nvCxnSpPr>
        <p:spPr>
          <a:xfrm>
            <a:off x="4629076" y="5224434"/>
            <a:ext cx="527716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C70ADDEE-4C21-4F13-A87F-AF310AB4DE08}"/>
              </a:ext>
            </a:extLst>
          </p:cNvPr>
          <p:cNvCxnSpPr>
            <a:cxnSpLocks/>
          </p:cNvCxnSpPr>
          <p:nvPr/>
        </p:nvCxnSpPr>
        <p:spPr>
          <a:xfrm>
            <a:off x="7211960" y="1726728"/>
            <a:ext cx="56093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그룹 1070">
            <a:extLst>
              <a:ext uri="{FF2B5EF4-FFF2-40B4-BE49-F238E27FC236}">
                <a16:creationId xmlns:a16="http://schemas.microsoft.com/office/drawing/2014/main" id="{62EF272E-C02C-406E-910F-823F5CACD991}"/>
              </a:ext>
            </a:extLst>
          </p:cNvPr>
          <p:cNvGrpSpPr/>
          <p:nvPr/>
        </p:nvGrpSpPr>
        <p:grpSpPr>
          <a:xfrm>
            <a:off x="3641046" y="5614938"/>
            <a:ext cx="3964667" cy="649037"/>
            <a:chOff x="3641046" y="5614938"/>
            <a:chExt cx="3964667" cy="649037"/>
          </a:xfrm>
        </p:grpSpPr>
        <p:cxnSp>
          <p:nvCxnSpPr>
            <p:cNvPr id="1044" name="직선 연결선 1043">
              <a:extLst>
                <a:ext uri="{FF2B5EF4-FFF2-40B4-BE49-F238E27FC236}">
                  <a16:creationId xmlns:a16="http://schemas.microsoft.com/office/drawing/2014/main" id="{883B828E-5FB6-47AD-B18C-20ED905DB3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1046" y="6246862"/>
              <a:ext cx="3679470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직선 화살표 연결선 1048">
              <a:extLst>
                <a:ext uri="{FF2B5EF4-FFF2-40B4-BE49-F238E27FC236}">
                  <a16:creationId xmlns:a16="http://schemas.microsoft.com/office/drawing/2014/main" id="{1EFCBAEA-1922-449D-984A-C2D80B8C550D}"/>
                </a:ext>
              </a:extLst>
            </p:cNvPr>
            <p:cNvCxnSpPr/>
            <p:nvPr/>
          </p:nvCxnSpPr>
          <p:spPr>
            <a:xfrm flipV="1">
              <a:off x="3659799" y="6011864"/>
              <a:ext cx="0" cy="25211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화살표 연결선 200">
              <a:extLst>
                <a:ext uri="{FF2B5EF4-FFF2-40B4-BE49-F238E27FC236}">
                  <a16:creationId xmlns:a16="http://schemas.microsoft.com/office/drawing/2014/main" id="{4979555A-F283-4FBD-A2C3-F96C87085AE7}"/>
                </a:ext>
              </a:extLst>
            </p:cNvPr>
            <p:cNvCxnSpPr/>
            <p:nvPr/>
          </p:nvCxnSpPr>
          <p:spPr>
            <a:xfrm flipV="1">
              <a:off x="6109956" y="6011364"/>
              <a:ext cx="0" cy="25211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직선 연결선 1052">
              <a:extLst>
                <a:ext uri="{FF2B5EF4-FFF2-40B4-BE49-F238E27FC236}">
                  <a16:creationId xmlns:a16="http://schemas.microsoft.com/office/drawing/2014/main" id="{FBA57039-D95A-486F-985B-5E331D79D7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432" y="5614938"/>
              <a:ext cx="0" cy="649037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직선 연결선 1068">
              <a:extLst>
                <a:ext uri="{FF2B5EF4-FFF2-40B4-BE49-F238E27FC236}">
                  <a16:creationId xmlns:a16="http://schemas.microsoft.com/office/drawing/2014/main" id="{E5F9C43F-0792-46EB-8CCB-BD0323ADF758}"/>
                </a:ext>
              </a:extLst>
            </p:cNvPr>
            <p:cNvCxnSpPr>
              <a:cxnSpLocks/>
            </p:cNvCxnSpPr>
            <p:nvPr/>
          </p:nvCxnSpPr>
          <p:spPr>
            <a:xfrm>
              <a:off x="7281862" y="5614938"/>
              <a:ext cx="323851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87DA0EA4-E31B-4950-A94F-F202990EEAF8}"/>
              </a:ext>
            </a:extLst>
          </p:cNvPr>
          <p:cNvGrpSpPr/>
          <p:nvPr/>
        </p:nvGrpSpPr>
        <p:grpSpPr>
          <a:xfrm>
            <a:off x="5216093" y="3476775"/>
            <a:ext cx="3485070" cy="2446970"/>
            <a:chOff x="5216093" y="3476775"/>
            <a:chExt cx="3485070" cy="2446970"/>
          </a:xfrm>
        </p:grpSpPr>
        <p:pic>
          <p:nvPicPr>
            <p:cNvPr id="1066" name="Picture 42" descr="Nginx 로고 아이콘">
              <a:extLst>
                <a:ext uri="{FF2B5EF4-FFF2-40B4-BE49-F238E27FC236}">
                  <a16:creationId xmlns:a16="http://schemas.microsoft.com/office/drawing/2014/main" id="{91AE167C-D77B-4B76-A537-9095C3FF8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0734" y="3908780"/>
              <a:ext cx="559139" cy="5591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8" name="Picture 64" descr="React 래 워드마크 로고 아이콘">
              <a:extLst>
                <a:ext uri="{FF2B5EF4-FFF2-40B4-BE49-F238E27FC236}">
                  <a16:creationId xmlns:a16="http://schemas.microsoft.com/office/drawing/2014/main" id="{C844587A-CA01-4B0B-BE43-14102AFC7B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4901" y="4829883"/>
              <a:ext cx="785055" cy="785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6" name="Picture 72">
              <a:extLst>
                <a:ext uri="{FF2B5EF4-FFF2-40B4-BE49-F238E27FC236}">
                  <a16:creationId xmlns:a16="http://schemas.microsoft.com/office/drawing/2014/main" id="{22BBE6D5-779C-4D42-8298-2ED738C7E5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5237" y="4911171"/>
              <a:ext cx="617072" cy="608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0CB2FCB4-FA0E-411C-84DF-6501D588E29C}"/>
                </a:ext>
              </a:extLst>
            </p:cNvPr>
            <p:cNvSpPr/>
            <p:nvPr/>
          </p:nvSpPr>
          <p:spPr>
            <a:xfrm>
              <a:off x="5216093" y="4411049"/>
              <a:ext cx="1845039" cy="1512696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A65A4FF1-2AFA-4F45-AEF2-EE2CFB748C17}"/>
                </a:ext>
              </a:extLst>
            </p:cNvPr>
            <p:cNvSpPr/>
            <p:nvPr/>
          </p:nvSpPr>
          <p:spPr>
            <a:xfrm>
              <a:off x="5326463" y="4156136"/>
              <a:ext cx="554150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927E91F8-E664-4300-A446-535DFD8E22A5}"/>
                </a:ext>
              </a:extLst>
            </p:cNvPr>
            <p:cNvSpPr/>
            <p:nvPr/>
          </p:nvSpPr>
          <p:spPr>
            <a:xfrm>
              <a:off x="7664302" y="3751543"/>
              <a:ext cx="1036861" cy="849857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2396EE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75DD472-5842-4B12-833F-B6DD7AD91C96}"/>
                </a:ext>
              </a:extLst>
            </p:cNvPr>
            <p:cNvSpPr/>
            <p:nvPr/>
          </p:nvSpPr>
          <p:spPr>
            <a:xfrm>
              <a:off x="7671805" y="3476775"/>
              <a:ext cx="478618" cy="4366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076838EA-1BB5-4DF9-AFD2-3DAE307BE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6378" y="3495026"/>
              <a:ext cx="409874" cy="425834"/>
            </a:xfrm>
            <a:prstGeom prst="rect">
              <a:avLst/>
            </a:prstGeom>
          </p:spPr>
        </p:pic>
        <p:pic>
          <p:nvPicPr>
            <p:cNvPr id="133" name="그림 132">
              <a:extLst>
                <a:ext uri="{FF2B5EF4-FFF2-40B4-BE49-F238E27FC236}">
                  <a16:creationId xmlns:a16="http://schemas.microsoft.com/office/drawing/2014/main" id="{357071B8-1A1B-45B3-B1BF-736719697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3826" y="4122114"/>
              <a:ext cx="471224" cy="489574"/>
            </a:xfrm>
            <a:prstGeom prst="rect">
              <a:avLst/>
            </a:prstGeom>
          </p:spPr>
        </p:pic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0934EAA-F99B-436D-AC03-FB225D8DDE61}"/>
              </a:ext>
            </a:extLst>
          </p:cNvPr>
          <p:cNvGrpSpPr/>
          <p:nvPr/>
        </p:nvGrpSpPr>
        <p:grpSpPr>
          <a:xfrm>
            <a:off x="7845352" y="252946"/>
            <a:ext cx="2276844" cy="2565186"/>
            <a:chOff x="7845352" y="252946"/>
            <a:chExt cx="2276844" cy="2565186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FFE58C74-29CB-4B0A-8347-B030269F60BA}"/>
                </a:ext>
              </a:extLst>
            </p:cNvPr>
            <p:cNvCxnSpPr/>
            <p:nvPr/>
          </p:nvCxnSpPr>
          <p:spPr>
            <a:xfrm flipH="1">
              <a:off x="8285349" y="1868923"/>
              <a:ext cx="6670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D1EAE24F-E731-4B2F-A480-8C0EF86C62AA}"/>
                </a:ext>
              </a:extLst>
            </p:cNvPr>
            <p:cNvSpPr/>
            <p:nvPr/>
          </p:nvSpPr>
          <p:spPr>
            <a:xfrm>
              <a:off x="7845352" y="458074"/>
              <a:ext cx="2276844" cy="2360058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00748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845DEC8D-F13E-451E-A89F-8887C087DFAB}"/>
                </a:ext>
              </a:extLst>
            </p:cNvPr>
            <p:cNvSpPr/>
            <p:nvPr/>
          </p:nvSpPr>
          <p:spPr>
            <a:xfrm>
              <a:off x="7926619" y="252946"/>
              <a:ext cx="724058" cy="576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0" name="Picture 16" descr="아두이노 - 위키백과, 우리 모두의 백과사전">
              <a:extLst>
                <a:ext uri="{FF2B5EF4-FFF2-40B4-BE49-F238E27FC236}">
                  <a16:creationId xmlns:a16="http://schemas.microsoft.com/office/drawing/2014/main" id="{7E7F249A-CE80-4650-99CF-4A653BE491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4895" y="295148"/>
              <a:ext cx="669586" cy="450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8594F68-22FD-485D-A31C-32D638779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6162" y="2326775"/>
              <a:ext cx="241339" cy="26740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3AEAE77-71A7-467B-97DA-7F6867F4E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803" y="2326774"/>
              <a:ext cx="241339" cy="267403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BDFC4C5-4B2D-47CC-A235-A5A0E42FF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1720" y="1634195"/>
              <a:ext cx="620310" cy="46550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3A9A0D3-B05A-4ECE-8CC7-3289EC009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793" y="1461104"/>
              <a:ext cx="302237" cy="169219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BD3A360-80CF-4E04-9F8A-95F81ADF9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4895" y="1611349"/>
              <a:ext cx="690564" cy="479915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11465FE-170F-4718-92F9-8ED00EEBE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6439" y="2273146"/>
              <a:ext cx="469348" cy="358582"/>
            </a:xfrm>
            <a:prstGeom prst="rect">
              <a:avLst/>
            </a:prstGeom>
          </p:spPr>
        </p:pic>
        <p:pic>
          <p:nvPicPr>
            <p:cNvPr id="106" name="그림 105">
              <a:extLst>
                <a:ext uri="{FF2B5EF4-FFF2-40B4-BE49-F238E27FC236}">
                  <a16:creationId xmlns:a16="http://schemas.microsoft.com/office/drawing/2014/main" id="{1E294733-3E1B-467A-98F1-044535512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580" y="1681294"/>
              <a:ext cx="302237" cy="169219"/>
            </a:xfrm>
            <a:prstGeom prst="rect">
              <a:avLst/>
            </a:prstGeom>
          </p:spPr>
        </p:pic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3BE881CD-64FD-4731-931C-CD065B3AF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580" y="1897611"/>
              <a:ext cx="302237" cy="169219"/>
            </a:xfrm>
            <a:prstGeom prst="rect">
              <a:avLst/>
            </a:prstGeom>
          </p:spPr>
        </p:pic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9AF16B1C-D3B8-4BC7-A735-BD7DD5D8F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5579" y="2115840"/>
              <a:ext cx="302237" cy="169219"/>
            </a:xfrm>
            <a:prstGeom prst="rect">
              <a:avLst/>
            </a:prstGeom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349000B-3345-4259-8BEE-69B1F70FD9EE}"/>
                </a:ext>
              </a:extLst>
            </p:cNvPr>
            <p:cNvGrpSpPr/>
            <p:nvPr/>
          </p:nvGrpSpPr>
          <p:grpSpPr>
            <a:xfrm>
              <a:off x="8294055" y="809388"/>
              <a:ext cx="214115" cy="693208"/>
              <a:chOff x="8294055" y="809388"/>
              <a:chExt cx="214115" cy="693208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290B0E11-C409-47CF-B5C2-7059C388A4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4055" y="809388"/>
                <a:ext cx="214115" cy="366337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324B95A7-FE4D-43D0-BE09-B428669907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0109" y="1289577"/>
                <a:ext cx="159764" cy="213019"/>
              </a:xfrm>
              <a:prstGeom prst="rect">
                <a:avLst/>
              </a:prstGeom>
            </p:spPr>
          </p:pic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6C818C92-90DF-4EAC-B9CB-354D3FD85039}"/>
                  </a:ext>
                </a:extLst>
              </p:cNvPr>
              <p:cNvCxnSpPr/>
              <p:nvPr/>
            </p:nvCxnSpPr>
            <p:spPr>
              <a:xfrm>
                <a:off x="8399991" y="1182909"/>
                <a:ext cx="0" cy="106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52C1B631-8F56-4229-93DD-BDC011071A54}"/>
                </a:ext>
              </a:extLst>
            </p:cNvPr>
            <p:cNvGrpSpPr/>
            <p:nvPr/>
          </p:nvGrpSpPr>
          <p:grpSpPr>
            <a:xfrm>
              <a:off x="8818050" y="811421"/>
              <a:ext cx="214115" cy="693208"/>
              <a:chOff x="8294055" y="809388"/>
              <a:chExt cx="214115" cy="693208"/>
            </a:xfrm>
          </p:grpSpPr>
          <p:pic>
            <p:nvPicPr>
              <p:cNvPr id="114" name="그림 113">
                <a:extLst>
                  <a:ext uri="{FF2B5EF4-FFF2-40B4-BE49-F238E27FC236}">
                    <a16:creationId xmlns:a16="http://schemas.microsoft.com/office/drawing/2014/main" id="{5C9ACB75-112F-47D7-BA4E-4A2A1FBF1F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4055" y="809388"/>
                <a:ext cx="214115" cy="366337"/>
              </a:xfrm>
              <a:prstGeom prst="rect">
                <a:avLst/>
              </a:prstGeom>
            </p:spPr>
          </p:pic>
          <p:pic>
            <p:nvPicPr>
              <p:cNvPr id="115" name="그림 114">
                <a:extLst>
                  <a:ext uri="{FF2B5EF4-FFF2-40B4-BE49-F238E27FC236}">
                    <a16:creationId xmlns:a16="http://schemas.microsoft.com/office/drawing/2014/main" id="{D782C4C6-CD4B-41FB-BB00-4D3EEDD2E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0109" y="1289577"/>
                <a:ext cx="159764" cy="213019"/>
              </a:xfrm>
              <a:prstGeom prst="rect">
                <a:avLst/>
              </a:prstGeom>
            </p:spPr>
          </p:pic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A0AD8D5C-205F-4178-B8D9-84BE6F1D351C}"/>
                  </a:ext>
                </a:extLst>
              </p:cNvPr>
              <p:cNvCxnSpPr/>
              <p:nvPr/>
            </p:nvCxnSpPr>
            <p:spPr>
              <a:xfrm>
                <a:off x="8399991" y="1182909"/>
                <a:ext cx="0" cy="106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47D9A4D-DE32-4593-9988-E08CE214C2C8}"/>
                </a:ext>
              </a:extLst>
            </p:cNvPr>
            <p:cNvGrpSpPr/>
            <p:nvPr/>
          </p:nvGrpSpPr>
          <p:grpSpPr>
            <a:xfrm>
              <a:off x="9342044" y="811421"/>
              <a:ext cx="214115" cy="693208"/>
              <a:chOff x="8294055" y="809388"/>
              <a:chExt cx="214115" cy="693208"/>
            </a:xfrm>
          </p:grpSpPr>
          <p:pic>
            <p:nvPicPr>
              <p:cNvPr id="119" name="그림 118">
                <a:extLst>
                  <a:ext uri="{FF2B5EF4-FFF2-40B4-BE49-F238E27FC236}">
                    <a16:creationId xmlns:a16="http://schemas.microsoft.com/office/drawing/2014/main" id="{8E0C9419-8DEA-48F1-BE4F-3D83232AD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4055" y="809388"/>
                <a:ext cx="214115" cy="366337"/>
              </a:xfrm>
              <a:prstGeom prst="rect">
                <a:avLst/>
              </a:prstGeom>
            </p:spPr>
          </p:pic>
          <p:pic>
            <p:nvPicPr>
              <p:cNvPr id="120" name="그림 119">
                <a:extLst>
                  <a:ext uri="{FF2B5EF4-FFF2-40B4-BE49-F238E27FC236}">
                    <a16:creationId xmlns:a16="http://schemas.microsoft.com/office/drawing/2014/main" id="{0885C3DA-4DA1-401E-9468-37AB9AA248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20109" y="1289577"/>
                <a:ext cx="159764" cy="213019"/>
              </a:xfrm>
              <a:prstGeom prst="rect">
                <a:avLst/>
              </a:prstGeom>
            </p:spPr>
          </p:pic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3DE61E29-3BEF-4A96-8058-E71BEB15BB17}"/>
                  </a:ext>
                </a:extLst>
              </p:cNvPr>
              <p:cNvCxnSpPr/>
              <p:nvPr/>
            </p:nvCxnSpPr>
            <p:spPr>
              <a:xfrm>
                <a:off x="8399991" y="1182909"/>
                <a:ext cx="0" cy="106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1C5901C1-D1A7-4886-A504-3FCB1189575F}"/>
                </a:ext>
              </a:extLst>
            </p:cNvPr>
            <p:cNvCxnSpPr>
              <a:cxnSpLocks/>
              <a:stCxn id="12" idx="2"/>
              <a:endCxn id="15" idx="0"/>
            </p:cNvCxnSpPr>
            <p:nvPr/>
          </p:nvCxnSpPr>
          <p:spPr>
            <a:xfrm rot="16200000" flipH="1">
              <a:off x="8670134" y="1232453"/>
              <a:ext cx="131599" cy="671884"/>
            </a:xfrm>
            <a:prstGeom prst="bentConnector3">
              <a:avLst>
                <a:gd name="adj1" fmla="val 5090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278F0B00-C7AE-4FD1-93FF-4D33F9B41DA3}"/>
                </a:ext>
              </a:extLst>
            </p:cNvPr>
            <p:cNvCxnSpPr>
              <a:cxnSpLocks/>
              <a:stCxn id="115" idx="2"/>
              <a:endCxn id="15" idx="0"/>
            </p:cNvCxnSpPr>
            <p:nvPr/>
          </p:nvCxnSpPr>
          <p:spPr>
            <a:xfrm rot="16200000" flipH="1">
              <a:off x="8933147" y="1495467"/>
              <a:ext cx="129566" cy="14788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연결선: 꺾임 42">
              <a:extLst>
                <a:ext uri="{FF2B5EF4-FFF2-40B4-BE49-F238E27FC236}">
                  <a16:creationId xmlns:a16="http://schemas.microsoft.com/office/drawing/2014/main" id="{1ECB2430-26F8-45B5-9967-145A317A08CB}"/>
                </a:ext>
              </a:extLst>
            </p:cNvPr>
            <p:cNvCxnSpPr>
              <a:cxnSpLocks/>
              <a:stCxn id="120" idx="2"/>
              <a:endCxn id="15" idx="0"/>
            </p:cNvCxnSpPr>
            <p:nvPr/>
          </p:nvCxnSpPr>
          <p:spPr>
            <a:xfrm rot="5400000">
              <a:off x="9195145" y="1381360"/>
              <a:ext cx="129566" cy="37610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연결선: 꺾임 46">
              <a:extLst>
                <a:ext uri="{FF2B5EF4-FFF2-40B4-BE49-F238E27FC236}">
                  <a16:creationId xmlns:a16="http://schemas.microsoft.com/office/drawing/2014/main" id="{F8127B59-7A6F-4BE0-9F1C-1CA747156B98}"/>
                </a:ext>
              </a:extLst>
            </p:cNvPr>
            <p:cNvCxnSpPr>
              <a:stCxn id="17" idx="1"/>
              <a:endCxn id="15" idx="3"/>
            </p:cNvCxnSpPr>
            <p:nvPr/>
          </p:nvCxnSpPr>
          <p:spPr>
            <a:xfrm rot="10800000" flipV="1">
              <a:off x="9382031" y="1545714"/>
              <a:ext cx="213763" cy="32123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연결선: 꺾임 49">
              <a:extLst>
                <a:ext uri="{FF2B5EF4-FFF2-40B4-BE49-F238E27FC236}">
                  <a16:creationId xmlns:a16="http://schemas.microsoft.com/office/drawing/2014/main" id="{20A6A65D-58EB-4C36-98E1-88CCDC0E5708}"/>
                </a:ext>
              </a:extLst>
            </p:cNvPr>
            <p:cNvCxnSpPr>
              <a:stCxn id="106" idx="1"/>
              <a:endCxn id="15" idx="3"/>
            </p:cNvCxnSpPr>
            <p:nvPr/>
          </p:nvCxnSpPr>
          <p:spPr>
            <a:xfrm rot="10800000" flipV="1">
              <a:off x="9382030" y="1765904"/>
              <a:ext cx="213550" cy="10104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97DE00A4-82BE-4AD8-A126-8D5CB7F592DF}"/>
                </a:ext>
              </a:extLst>
            </p:cNvPr>
            <p:cNvCxnSpPr>
              <a:stCxn id="107" idx="1"/>
              <a:endCxn id="15" idx="3"/>
            </p:cNvCxnSpPr>
            <p:nvPr/>
          </p:nvCxnSpPr>
          <p:spPr>
            <a:xfrm rot="10800000">
              <a:off x="9382030" y="1866947"/>
              <a:ext cx="213550" cy="115275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BFD4041D-31E6-4AD5-AF64-440F7004D6E5}"/>
                </a:ext>
              </a:extLst>
            </p:cNvPr>
            <p:cNvCxnSpPr>
              <a:stCxn id="108" idx="1"/>
              <a:endCxn id="15" idx="3"/>
            </p:cNvCxnSpPr>
            <p:nvPr/>
          </p:nvCxnSpPr>
          <p:spPr>
            <a:xfrm rot="10800000">
              <a:off x="9382031" y="1866946"/>
              <a:ext cx="213549" cy="33350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24384D28-67E2-4E8D-A497-05C0466CBA83}"/>
                </a:ext>
              </a:extLst>
            </p:cNvPr>
            <p:cNvCxnSpPr>
              <a:stCxn id="3" idx="0"/>
              <a:endCxn id="15" idx="2"/>
            </p:cNvCxnSpPr>
            <p:nvPr/>
          </p:nvCxnSpPr>
          <p:spPr>
            <a:xfrm rot="16200000" flipV="1">
              <a:off x="9055815" y="2115757"/>
              <a:ext cx="227079" cy="194957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532FAF16-F4F9-4C50-A83A-D7AC9A6D816D}"/>
                </a:ext>
              </a:extLst>
            </p:cNvPr>
            <p:cNvCxnSpPr>
              <a:stCxn id="5" idx="0"/>
              <a:endCxn id="15" idx="2"/>
            </p:cNvCxnSpPr>
            <p:nvPr/>
          </p:nvCxnSpPr>
          <p:spPr>
            <a:xfrm rot="5400000" flipH="1" flipV="1">
              <a:off x="8926635" y="2181534"/>
              <a:ext cx="227078" cy="63402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B6654A67-3CAC-4310-8D4E-68449C208A3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649556" y="1849064"/>
              <a:ext cx="173450" cy="670762"/>
            </a:xfrm>
            <a:prstGeom prst="bentConnector3">
              <a:avLst>
                <a:gd name="adj1" fmla="val 3352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7ACC50E-6F69-4DB3-A3CE-BB7AA5D8BBD9}"/>
              </a:ext>
            </a:extLst>
          </p:cNvPr>
          <p:cNvGrpSpPr/>
          <p:nvPr/>
        </p:nvGrpSpPr>
        <p:grpSpPr>
          <a:xfrm>
            <a:off x="5271278" y="169377"/>
            <a:ext cx="1884436" cy="2637055"/>
            <a:chOff x="5271278" y="169377"/>
            <a:chExt cx="1884436" cy="2637055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5C5DDDED-72E5-49AE-8A1C-8D19C1EA055C}"/>
                </a:ext>
              </a:extLst>
            </p:cNvPr>
            <p:cNvSpPr/>
            <p:nvPr/>
          </p:nvSpPr>
          <p:spPr>
            <a:xfrm>
              <a:off x="5501014" y="1726728"/>
              <a:ext cx="1423747" cy="920317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E8FCC9C2-26D9-43DB-9DC5-AAC99D71BED5}"/>
                </a:ext>
              </a:extLst>
            </p:cNvPr>
            <p:cNvSpPr/>
            <p:nvPr/>
          </p:nvSpPr>
          <p:spPr>
            <a:xfrm>
              <a:off x="5271278" y="446374"/>
              <a:ext cx="1884436" cy="2360058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BC114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FB0F5E3-7D6C-4CD6-860D-44E1A97DA843}"/>
                </a:ext>
              </a:extLst>
            </p:cNvPr>
            <p:cNvSpPr/>
            <p:nvPr/>
          </p:nvSpPr>
          <p:spPr>
            <a:xfrm>
              <a:off x="5422815" y="244549"/>
              <a:ext cx="595214" cy="5766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42" name="Picture 18" descr="RASPBERRY-PI 5 2G RASPBERRY-PI, Raspberry Pi 5 Board, Broadcom BCM2712,  64-bit | element14 Korea">
              <a:extLst>
                <a:ext uri="{FF2B5EF4-FFF2-40B4-BE49-F238E27FC236}">
                  <a16:creationId xmlns:a16="http://schemas.microsoft.com/office/drawing/2014/main" id="{57291396-529A-4F21-BB18-152987B9EF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56356" y="538884"/>
              <a:ext cx="703988" cy="5342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ED4791F-564D-414F-9EFD-09DE195C4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451421" y="169377"/>
              <a:ext cx="456543" cy="576685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BFCA02CB-5335-49CB-9524-713A92677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2648" y="1814677"/>
              <a:ext cx="801170" cy="801170"/>
            </a:xfrm>
            <a:prstGeom prst="rect">
              <a:avLst/>
            </a:prstGeom>
          </p:spPr>
        </p:pic>
        <p:pic>
          <p:nvPicPr>
            <p:cNvPr id="1100" name="Picture 76" descr="Chrome - Free logo icons">
              <a:extLst>
                <a:ext uri="{FF2B5EF4-FFF2-40B4-BE49-F238E27FC236}">
                  <a16:creationId xmlns:a16="http://schemas.microsoft.com/office/drawing/2014/main" id="{B9C7BDE5-041A-4694-AD4C-7E8E4B102B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6919" y="2043443"/>
              <a:ext cx="342089" cy="34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4" name="Picture 2" descr="82635AWGDVKPRQ | RealSense D435 Depth Camera, 0.105 m, 10 m Max Range | RS">
              <a:extLst>
                <a:ext uri="{FF2B5EF4-FFF2-40B4-BE49-F238E27FC236}">
                  <a16:creationId xmlns:a16="http://schemas.microsoft.com/office/drawing/2014/main" id="{952D08A1-2166-41D0-9B01-7D53EC0235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1961" y="1096541"/>
              <a:ext cx="990389" cy="5565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8" name="Picture 6" descr="웹캠 - 무료 과학 기술개 아이콘">
              <a:extLst>
                <a:ext uri="{FF2B5EF4-FFF2-40B4-BE49-F238E27FC236}">
                  <a16:creationId xmlns:a16="http://schemas.microsoft.com/office/drawing/2014/main" id="{F265B7A0-B9C6-4428-9613-164DEE5867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566" y="1086254"/>
              <a:ext cx="555392" cy="5553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7E0CBE4-5F66-453B-A79D-5C8E157C725E}"/>
                </a:ext>
              </a:extLst>
            </p:cNvPr>
            <p:cNvSpPr txBox="1"/>
            <p:nvPr/>
          </p:nvSpPr>
          <p:spPr>
            <a:xfrm>
              <a:off x="5603538" y="1477535"/>
              <a:ext cx="53517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D435</a:t>
              </a:r>
              <a:endParaRPr lang="ko-KR" altLang="en-US" sz="700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F34D007-3458-4803-9ED1-660AD3B38AEE}"/>
              </a:ext>
            </a:extLst>
          </p:cNvPr>
          <p:cNvGrpSpPr/>
          <p:nvPr/>
        </p:nvGrpSpPr>
        <p:grpSpPr>
          <a:xfrm>
            <a:off x="3665923" y="4028077"/>
            <a:ext cx="3919746" cy="266675"/>
            <a:chOff x="3665923" y="4028077"/>
            <a:chExt cx="3919746" cy="266675"/>
          </a:xfrm>
        </p:grpSpPr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E76997A3-78DF-4C01-9103-E2B11B4F11B0}"/>
                </a:ext>
              </a:extLst>
            </p:cNvPr>
            <p:cNvCxnSpPr/>
            <p:nvPr/>
          </p:nvCxnSpPr>
          <p:spPr>
            <a:xfrm>
              <a:off x="3684867" y="4028077"/>
              <a:ext cx="0" cy="2635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화살표 연결선 133">
              <a:extLst>
                <a:ext uri="{FF2B5EF4-FFF2-40B4-BE49-F238E27FC236}">
                  <a16:creationId xmlns:a16="http://schemas.microsoft.com/office/drawing/2014/main" id="{6A314B97-4E1D-4B04-B5F3-D3E702D592EA}"/>
                </a:ext>
              </a:extLst>
            </p:cNvPr>
            <p:cNvCxnSpPr/>
            <p:nvPr/>
          </p:nvCxnSpPr>
          <p:spPr>
            <a:xfrm>
              <a:off x="6235189" y="4031252"/>
              <a:ext cx="0" cy="2635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F7B705E3-7F19-4762-9939-29FE75E4C7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5923" y="4028077"/>
              <a:ext cx="3919746" cy="0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A42CF1EC-78B5-4625-963C-589EB78914C1}"/>
              </a:ext>
            </a:extLst>
          </p:cNvPr>
          <p:cNvGrpSpPr/>
          <p:nvPr/>
        </p:nvGrpSpPr>
        <p:grpSpPr>
          <a:xfrm>
            <a:off x="6198394" y="2874169"/>
            <a:ext cx="2028898" cy="773400"/>
            <a:chOff x="6198394" y="2874169"/>
            <a:chExt cx="2028898" cy="773400"/>
          </a:xfrm>
        </p:grpSpPr>
        <p:cxnSp>
          <p:nvCxnSpPr>
            <p:cNvPr id="155" name="직선 화살표 연결선 154">
              <a:extLst>
                <a:ext uri="{FF2B5EF4-FFF2-40B4-BE49-F238E27FC236}">
                  <a16:creationId xmlns:a16="http://schemas.microsoft.com/office/drawing/2014/main" id="{C5D52ADF-3B03-470B-B3E3-EFDADBACFA10}"/>
                </a:ext>
              </a:extLst>
            </p:cNvPr>
            <p:cNvCxnSpPr>
              <a:cxnSpLocks/>
            </p:cNvCxnSpPr>
            <p:nvPr/>
          </p:nvCxnSpPr>
          <p:spPr>
            <a:xfrm>
              <a:off x="8197922" y="3305981"/>
              <a:ext cx="0" cy="341588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E44DA64-C832-4BC2-B968-79368B467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8394" y="3280212"/>
              <a:ext cx="2028898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90A071C9-F5B1-4E63-9023-13A8EF66B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194" y="2874169"/>
              <a:ext cx="0" cy="396518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0CF34338-CF10-4D7F-B12F-DBD8D8EF701C}"/>
              </a:ext>
            </a:extLst>
          </p:cNvPr>
          <p:cNvGrpSpPr/>
          <p:nvPr/>
        </p:nvGrpSpPr>
        <p:grpSpPr>
          <a:xfrm>
            <a:off x="3181350" y="2893219"/>
            <a:ext cx="2768302" cy="1398358"/>
            <a:chOff x="3181350" y="2893219"/>
            <a:chExt cx="2768302" cy="1398358"/>
          </a:xfrm>
        </p:grpSpPr>
        <p:cxnSp>
          <p:nvCxnSpPr>
            <p:cNvPr id="162" name="직선 화살표 연결선 161">
              <a:extLst>
                <a:ext uri="{FF2B5EF4-FFF2-40B4-BE49-F238E27FC236}">
                  <a16:creationId xmlns:a16="http://schemas.microsoft.com/office/drawing/2014/main" id="{6BD38172-2101-4FF9-8271-55EFAFA365D3}"/>
                </a:ext>
              </a:extLst>
            </p:cNvPr>
            <p:cNvCxnSpPr>
              <a:cxnSpLocks/>
            </p:cNvCxnSpPr>
            <p:nvPr/>
          </p:nvCxnSpPr>
          <p:spPr>
            <a:xfrm>
              <a:off x="5923126" y="3552825"/>
              <a:ext cx="0" cy="738752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FB921480-CFCA-496B-ADA9-EF9DBEBFED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1350" y="3577317"/>
              <a:ext cx="2768302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화살표 연결선 164">
              <a:extLst>
                <a:ext uri="{FF2B5EF4-FFF2-40B4-BE49-F238E27FC236}">
                  <a16:creationId xmlns:a16="http://schemas.microsoft.com/office/drawing/2014/main" id="{DA981370-05C8-4747-8926-4181B0B25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0365" y="2893219"/>
              <a:ext cx="0" cy="684098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9B8E9C93-7B12-4E7F-90AB-BABD51220F8E}"/>
              </a:ext>
            </a:extLst>
          </p:cNvPr>
          <p:cNvGrpSpPr/>
          <p:nvPr/>
        </p:nvGrpSpPr>
        <p:grpSpPr>
          <a:xfrm>
            <a:off x="7664303" y="3379523"/>
            <a:ext cx="4127505" cy="2911944"/>
            <a:chOff x="7664303" y="3379523"/>
            <a:chExt cx="4127505" cy="2911944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A00C9C04-132B-4F24-A4EA-71ACDBADB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4057" y="5152855"/>
              <a:ext cx="616077" cy="1004559"/>
            </a:xfrm>
            <a:prstGeom prst="rect">
              <a:avLst/>
            </a:prstGeom>
          </p:spPr>
        </p:pic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A1393E08-E496-485E-9743-7015524B0A6D}"/>
                </a:ext>
              </a:extLst>
            </p:cNvPr>
            <p:cNvGrpSpPr/>
            <p:nvPr/>
          </p:nvGrpSpPr>
          <p:grpSpPr>
            <a:xfrm>
              <a:off x="7664303" y="3379523"/>
              <a:ext cx="4127505" cy="2911944"/>
              <a:chOff x="7664303" y="3379523"/>
              <a:chExt cx="4127505" cy="2911944"/>
            </a:xfrm>
          </p:grpSpPr>
          <p:sp>
            <p:nvSpPr>
              <p:cNvPr id="105" name="사각형: 둥근 모서리 104">
                <a:extLst>
                  <a:ext uri="{FF2B5EF4-FFF2-40B4-BE49-F238E27FC236}">
                    <a16:creationId xmlns:a16="http://schemas.microsoft.com/office/drawing/2014/main" id="{0264EA82-DFF8-409D-99BC-8E3493DA6B6B}"/>
                  </a:ext>
                </a:extLst>
              </p:cNvPr>
              <p:cNvSpPr/>
              <p:nvPr/>
            </p:nvSpPr>
            <p:spPr>
              <a:xfrm>
                <a:off x="7664303" y="4938409"/>
                <a:ext cx="1036860" cy="1353058"/>
              </a:xfrm>
              <a:prstGeom prst="roundRect">
                <a:avLst>
                  <a:gd name="adj" fmla="val 7335"/>
                </a:avLst>
              </a:prstGeom>
              <a:noFill/>
              <a:ln w="38100">
                <a:solidFill>
                  <a:srgbClr val="2396EE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6186EC89-B850-4EA8-806F-24E12295CED4}"/>
                  </a:ext>
                </a:extLst>
              </p:cNvPr>
              <p:cNvSpPr/>
              <p:nvPr/>
            </p:nvSpPr>
            <p:spPr>
              <a:xfrm>
                <a:off x="7711992" y="4663641"/>
                <a:ext cx="478618" cy="4366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11" name="그림 110">
                <a:extLst>
                  <a:ext uri="{FF2B5EF4-FFF2-40B4-BE49-F238E27FC236}">
                    <a16:creationId xmlns:a16="http://schemas.microsoft.com/office/drawing/2014/main" id="{237FDBDA-2418-4E31-993B-BE87E2893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56565" y="4681892"/>
                <a:ext cx="409874" cy="425834"/>
              </a:xfrm>
              <a:prstGeom prst="rect">
                <a:avLst/>
              </a:prstGeom>
            </p:spPr>
          </p:pic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8D2B4AC7-02F7-45EF-894A-775EB47A22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87809" y="5673386"/>
                <a:ext cx="685800" cy="0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2" name="Picture 50" descr="GitHub Logo and symbol, meaning, history, PNG, brand">
                <a:extLst>
                  <a:ext uri="{FF2B5EF4-FFF2-40B4-BE49-F238E27FC236}">
                    <a16:creationId xmlns:a16="http://schemas.microsoft.com/office/drawing/2014/main" id="{07ED3F24-A126-4E28-B945-FB7FD3A3A3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51" r="15874"/>
              <a:stretch/>
            </p:blipFill>
            <p:spPr bwMode="auto">
              <a:xfrm>
                <a:off x="9576663" y="5346462"/>
                <a:ext cx="849673" cy="7189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74" descr="Gitlab 로고 아이콘">
                <a:extLst>
                  <a:ext uri="{FF2B5EF4-FFF2-40B4-BE49-F238E27FC236}">
                    <a16:creationId xmlns:a16="http://schemas.microsoft.com/office/drawing/2014/main" id="{F8EB9652-3193-4A0E-A068-7182353542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6178" y="5361800"/>
                <a:ext cx="625630" cy="625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5" name="직선 화살표 연결선 124">
                <a:extLst>
                  <a:ext uri="{FF2B5EF4-FFF2-40B4-BE49-F238E27FC236}">
                    <a16:creationId xmlns:a16="http://schemas.microsoft.com/office/drawing/2014/main" id="{675FE793-7610-43BD-B3DE-E1E3EB987D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83396" y="4622111"/>
                <a:ext cx="0" cy="514650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화살표 연결선 125">
                <a:extLst>
                  <a:ext uri="{FF2B5EF4-FFF2-40B4-BE49-F238E27FC236}">
                    <a16:creationId xmlns:a16="http://schemas.microsoft.com/office/drawing/2014/main" id="{0389421A-DB24-4772-BD06-D0538906EC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9162" y="5689622"/>
                <a:ext cx="581993" cy="0"/>
              </a:xfrm>
              <a:prstGeom prst="straightConnector1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6FEF015F-5C25-493F-A343-91ED7839FB70}"/>
                  </a:ext>
                </a:extLst>
              </p:cNvPr>
              <p:cNvGrpSpPr/>
              <p:nvPr/>
            </p:nvGrpSpPr>
            <p:grpSpPr>
              <a:xfrm>
                <a:off x="9374169" y="3379523"/>
                <a:ext cx="1395646" cy="1242588"/>
                <a:chOff x="9374169" y="3379523"/>
                <a:chExt cx="1395646" cy="1242588"/>
              </a:xfrm>
            </p:grpSpPr>
            <p:pic>
              <p:nvPicPr>
                <p:cNvPr id="123" name="Picture 56">
                  <a:extLst>
                    <a:ext uri="{FF2B5EF4-FFF2-40B4-BE49-F238E27FC236}">
                      <a16:creationId xmlns:a16="http://schemas.microsoft.com/office/drawing/2014/main" id="{4DF5261A-1447-4654-A622-3851D2670FF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9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472319" y="3379523"/>
                  <a:ext cx="999460" cy="99946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D0DE6AB0-8E3C-45B6-A423-349DDB39C2D7}"/>
                    </a:ext>
                  </a:extLst>
                </p:cNvPr>
                <p:cNvSpPr txBox="1"/>
                <p:nvPr/>
              </p:nvSpPr>
              <p:spPr>
                <a:xfrm>
                  <a:off x="9374169" y="4283557"/>
                  <a:ext cx="13956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배달의민족 도현" panose="020B0600000101010101" pitchFamily="50" charset="-127"/>
                      <a:ea typeface="배달의민족 도현" panose="020B0600000101010101" pitchFamily="50" charset="-127"/>
                    </a:rPr>
                    <a:t>Developer</a:t>
                  </a:r>
                  <a:endParaRPr lang="ko-KR" altLang="en-US" sz="1600" b="1" dirty="0">
                    <a:solidFill>
                      <a:schemeClr val="accent1">
                        <a:lumMod val="75000"/>
                      </a:schemeClr>
                    </a:solidFill>
                    <a:latin typeface="배달의민족 도현" panose="020B0600000101010101" pitchFamily="50" charset="-127"/>
                    <a:ea typeface="배달의민족 도현" panose="020B0600000101010101" pitchFamily="50" charset="-127"/>
                  </a:endParaRPr>
                </a:p>
              </p:txBody>
            </p:sp>
          </p:grpSp>
        </p:grp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59E130AB-1942-4EF7-B1B7-150185C70F38}"/>
              </a:ext>
            </a:extLst>
          </p:cNvPr>
          <p:cNvGrpSpPr/>
          <p:nvPr/>
        </p:nvGrpSpPr>
        <p:grpSpPr>
          <a:xfrm>
            <a:off x="-1081640" y="-31821"/>
            <a:ext cx="5537233" cy="2844133"/>
            <a:chOff x="-1081640" y="-31821"/>
            <a:chExt cx="5537233" cy="2844133"/>
          </a:xfrm>
        </p:grpSpPr>
        <p:pic>
          <p:nvPicPr>
            <p:cNvPr id="1028" name="Picture 4" descr="FastAPI 파이썬으로 간단하게 웹 API 만들기">
              <a:extLst>
                <a:ext uri="{FF2B5EF4-FFF2-40B4-BE49-F238E27FC236}">
                  <a16:creationId xmlns:a16="http://schemas.microsoft.com/office/drawing/2014/main" id="{3EB1DF03-74E1-4DC9-B9C3-04F0850ECD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2137" y="1331610"/>
              <a:ext cx="1484144" cy="535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2DAB4E3-CBF0-4B1E-833B-3CE8B36B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004950" y="2054550"/>
              <a:ext cx="1220384" cy="341707"/>
            </a:xfrm>
            <a:prstGeom prst="rect">
              <a:avLst/>
            </a:prstGeom>
          </p:spPr>
        </p:pic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AC593E5-7AE8-407E-9B6E-5C04A3FA599A}"/>
                </a:ext>
              </a:extLst>
            </p:cNvPr>
            <p:cNvSpPr/>
            <p:nvPr/>
          </p:nvSpPr>
          <p:spPr>
            <a:xfrm>
              <a:off x="525290" y="452254"/>
              <a:ext cx="3930303" cy="2360058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rgbClr val="673AB7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D069396-17E3-4E66-89D7-07F1ECA8C2A5}"/>
                </a:ext>
              </a:extLst>
            </p:cNvPr>
            <p:cNvSpPr/>
            <p:nvPr/>
          </p:nvSpPr>
          <p:spPr>
            <a:xfrm>
              <a:off x="818708" y="187147"/>
              <a:ext cx="746588" cy="5730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ACE79CC7-999E-40AC-BDAE-3EB99779E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6808" y="1723498"/>
              <a:ext cx="1892829" cy="695989"/>
            </a:xfrm>
            <a:prstGeom prst="rect">
              <a:avLst/>
            </a:prstGeom>
          </p:spPr>
        </p:pic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541DA37A-7349-488A-8B97-75B861B41132}"/>
                </a:ext>
              </a:extLst>
            </p:cNvPr>
            <p:cNvGrpSpPr/>
            <p:nvPr/>
          </p:nvGrpSpPr>
          <p:grpSpPr>
            <a:xfrm>
              <a:off x="732822" y="821234"/>
              <a:ext cx="3515239" cy="1825812"/>
              <a:chOff x="732822" y="821234"/>
              <a:chExt cx="3515239" cy="1825812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F2AFFE10-A729-4383-8A24-F236A0BD545E}"/>
                  </a:ext>
                </a:extLst>
              </p:cNvPr>
              <p:cNvSpPr/>
              <p:nvPr/>
            </p:nvSpPr>
            <p:spPr>
              <a:xfrm>
                <a:off x="732822" y="1173553"/>
                <a:ext cx="3515239" cy="1473493"/>
              </a:xfrm>
              <a:prstGeom prst="roundRect">
                <a:avLst>
                  <a:gd name="adj" fmla="val 7335"/>
                </a:avLst>
              </a:prstGeom>
              <a:noFill/>
              <a:ln w="38100">
                <a:solidFill>
                  <a:srgbClr val="2396EE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3F280CB0-1260-437C-821F-D62FD434A4D1}"/>
                  </a:ext>
                </a:extLst>
              </p:cNvPr>
              <p:cNvSpPr/>
              <p:nvPr/>
            </p:nvSpPr>
            <p:spPr>
              <a:xfrm>
                <a:off x="944699" y="927775"/>
                <a:ext cx="644946" cy="4220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706B32B9-2A83-485D-BB4E-ECD84B984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2268" y="821234"/>
                <a:ext cx="573027" cy="573027"/>
              </a:xfrm>
              <a:prstGeom prst="rect">
                <a:avLst/>
              </a:prstGeom>
            </p:spPr>
          </p:pic>
        </p:grp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59E05B7-88DA-469E-BD5E-36C05BB1619B}"/>
                </a:ext>
              </a:extLst>
            </p:cNvPr>
            <p:cNvSpPr txBox="1"/>
            <p:nvPr/>
          </p:nvSpPr>
          <p:spPr>
            <a:xfrm>
              <a:off x="2363835" y="2180936"/>
              <a:ext cx="15412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00" b="1" i="0" dirty="0">
                  <a:solidFill>
                    <a:srgbClr val="27251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G</a:t>
              </a:r>
              <a:r>
                <a:rPr lang="en-US" altLang="ko-KR" b="1" i="0" dirty="0">
                  <a:solidFill>
                    <a:srgbClr val="27251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R-</a:t>
              </a:r>
              <a:r>
                <a:rPr lang="en-US" altLang="ko-KR" b="1" i="0" dirty="0" err="1">
                  <a:solidFill>
                    <a:srgbClr val="27251E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ConvNet</a:t>
              </a:r>
              <a:endPara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D517D14-5166-4207-A4C7-8AD9E496CB2D}"/>
                </a:ext>
              </a:extLst>
            </p:cNvPr>
            <p:cNvSpPr/>
            <p:nvPr/>
          </p:nvSpPr>
          <p:spPr>
            <a:xfrm>
              <a:off x="2335116" y="1739769"/>
              <a:ext cx="1814522" cy="836214"/>
            </a:xfrm>
            <a:prstGeom prst="roundRect">
              <a:avLst>
                <a:gd name="adj" fmla="val 7335"/>
              </a:avLst>
            </a:prstGeom>
            <a:noFill/>
            <a:ln w="3810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7" name="Picture 50" descr="GitHub Logo and symbol, meaning, history, PNG, brand">
              <a:extLst>
                <a:ext uri="{FF2B5EF4-FFF2-40B4-BE49-F238E27FC236}">
                  <a16:creationId xmlns:a16="http://schemas.microsoft.com/office/drawing/2014/main" id="{6DF30991-D6B2-4059-AE0F-6AF842F05E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51" r="15874"/>
            <a:stretch/>
          </p:blipFill>
          <p:spPr bwMode="auto">
            <a:xfrm>
              <a:off x="-1081640" y="1319423"/>
              <a:ext cx="849673" cy="718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75CA64-A9F5-4C40-9167-482242EB3FE0}"/>
                </a:ext>
              </a:extLst>
            </p:cNvPr>
            <p:cNvCxnSpPr>
              <a:cxnSpLocks/>
            </p:cNvCxnSpPr>
            <p:nvPr/>
          </p:nvCxnSpPr>
          <p:spPr>
            <a:xfrm>
              <a:off x="-189141" y="1678912"/>
              <a:ext cx="581993" cy="0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2" name="Picture 38" descr="RunPod] RunPod (비용 및 Pycharm SSH 연결 방법)">
              <a:extLst>
                <a:ext uri="{FF2B5EF4-FFF2-40B4-BE49-F238E27FC236}">
                  <a16:creationId xmlns:a16="http://schemas.microsoft.com/office/drawing/2014/main" id="{62B10CF0-38FE-4CDC-9AA5-4D71C84630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808" y="-31821"/>
              <a:ext cx="868334" cy="868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667DADA8-6823-4F8D-A386-56FBA7415479}"/>
              </a:ext>
            </a:extLst>
          </p:cNvPr>
          <p:cNvSpPr/>
          <p:nvPr/>
        </p:nvSpPr>
        <p:spPr>
          <a:xfrm>
            <a:off x="10270008" y="870570"/>
            <a:ext cx="1827649" cy="184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E953A3FC-1486-4767-BFBB-865993CF2A9F}"/>
              </a:ext>
            </a:extLst>
          </p:cNvPr>
          <p:cNvGrpSpPr/>
          <p:nvPr/>
        </p:nvGrpSpPr>
        <p:grpSpPr>
          <a:xfrm>
            <a:off x="10418593" y="1101554"/>
            <a:ext cx="1529172" cy="1283978"/>
            <a:chOff x="9264591" y="1030143"/>
            <a:chExt cx="1529172" cy="1283978"/>
          </a:xfrm>
          <a:solidFill>
            <a:schemeClr val="bg1"/>
          </a:solidFill>
        </p:grpSpPr>
        <p:pic>
          <p:nvPicPr>
            <p:cNvPr id="145" name="Picture 56">
              <a:extLst>
                <a:ext uri="{FF2B5EF4-FFF2-40B4-BE49-F238E27FC236}">
                  <a16:creationId xmlns:a16="http://schemas.microsoft.com/office/drawing/2014/main" id="{DF0E3162-561E-4C9A-B78D-517AC49EFC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7219" y="1030143"/>
              <a:ext cx="1056544" cy="1056544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7D91233-C07C-41D1-AEAA-9E2E86D237B2}"/>
                </a:ext>
              </a:extLst>
            </p:cNvPr>
            <p:cNvSpPr txBox="1"/>
            <p:nvPr/>
          </p:nvSpPr>
          <p:spPr>
            <a:xfrm>
              <a:off x="9848668" y="1944789"/>
              <a:ext cx="877186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USER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87" name="직선 화살표 연결선 186">
              <a:extLst>
                <a:ext uri="{FF2B5EF4-FFF2-40B4-BE49-F238E27FC236}">
                  <a16:creationId xmlns:a16="http://schemas.microsoft.com/office/drawing/2014/main" id="{CB8E18D2-AA2A-499A-9E74-8C622E06C1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4591" y="1864881"/>
              <a:ext cx="501539" cy="0"/>
            </a:xfrm>
            <a:prstGeom prst="straightConnector1">
              <a:avLst/>
            </a:prstGeom>
            <a:grpFill/>
            <a:ln w="762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8752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1405F83A-C523-4EC6-8037-941C3A9B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7126" y="326572"/>
            <a:ext cx="20312481" cy="101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6619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1405F83A-C523-4EC6-8037-941C3A9B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41" y="326572"/>
            <a:ext cx="20312481" cy="101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41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1405F83A-C523-4EC6-8037-941C3A9B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55494" y="326572"/>
            <a:ext cx="20312481" cy="101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59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1405F83A-C523-4EC6-8037-941C3A9B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55494" y="-3614033"/>
            <a:ext cx="20312481" cy="101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04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1405F83A-C523-4EC6-8037-941C3A9B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1732" y="-3614033"/>
            <a:ext cx="20312481" cy="101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47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1405F83A-C523-4EC6-8037-941C3A9B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33008" y="-3614033"/>
            <a:ext cx="20312481" cy="101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74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4C5FC12E-FFCF-4A7B-89EA-8813CE0AE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7689" y="-24938"/>
            <a:ext cx="13028400" cy="653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20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0DA7018-6425-4C93-B317-49BC4FDB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t="8477" r="7087" b="7612"/>
          <a:stretch/>
        </p:blipFill>
        <p:spPr>
          <a:xfrm>
            <a:off x="1919278" y="2181225"/>
            <a:ext cx="2405062" cy="2309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E6D32F-D792-4449-9B18-3E83F4D2C587}"/>
              </a:ext>
            </a:extLst>
          </p:cNvPr>
          <p:cNvSpPr txBox="1"/>
          <p:nvPr/>
        </p:nvSpPr>
        <p:spPr>
          <a:xfrm>
            <a:off x="4758725" y="2403568"/>
            <a:ext cx="5089086" cy="18651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4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확장 가능 분야 </a:t>
            </a:r>
            <a:endParaRPr lang="en-US" altLang="ko-KR" sz="4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4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&amp;</a:t>
            </a:r>
            <a:r>
              <a:rPr lang="ko-KR" altLang="en-US" sz="4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향후 계획</a:t>
            </a:r>
            <a:endParaRPr lang="en-US" altLang="ko-KR" sz="4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2689430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3370521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37862" y="512900"/>
            <a:ext cx="295264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확장 가능 분야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4451C7-5B61-4DF6-B27C-3C8E2564EB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52CB8B5-5BA8-4C9C-BF36-5092C46F56ED}"/>
              </a:ext>
            </a:extLst>
          </p:cNvPr>
          <p:cNvSpPr/>
          <p:nvPr/>
        </p:nvSpPr>
        <p:spPr>
          <a:xfrm>
            <a:off x="3594660" y="3747566"/>
            <a:ext cx="2677405" cy="2677405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30BA289-909B-47C5-8DE4-F9D2B6A5CDE2}"/>
              </a:ext>
            </a:extLst>
          </p:cNvPr>
          <p:cNvSpPr/>
          <p:nvPr/>
        </p:nvSpPr>
        <p:spPr>
          <a:xfrm>
            <a:off x="1005988" y="1453328"/>
            <a:ext cx="2677405" cy="2677405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DC096F5-2C8E-483E-8133-2EC36C1BFF99}"/>
              </a:ext>
            </a:extLst>
          </p:cNvPr>
          <p:cNvSpPr/>
          <p:nvPr/>
        </p:nvSpPr>
        <p:spPr>
          <a:xfrm>
            <a:off x="6096000" y="1300214"/>
            <a:ext cx="2677405" cy="2677405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3EE3298-22C3-4325-B2E1-83AC8C1C6AF5}"/>
              </a:ext>
            </a:extLst>
          </p:cNvPr>
          <p:cNvSpPr/>
          <p:nvPr/>
        </p:nvSpPr>
        <p:spPr>
          <a:xfrm>
            <a:off x="8600476" y="3747566"/>
            <a:ext cx="2677405" cy="2677405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930714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413419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850425" y="501008"/>
            <a:ext cx="366061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향후 계획 </a:t>
            </a:r>
            <a:r>
              <a:rPr lang="en-US" altLang="ko-KR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&amp;</a:t>
            </a:r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마무리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6D96CF-2735-434B-83E6-3610194679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58A758-208D-4982-8CBA-75037C262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421" y="1321320"/>
            <a:ext cx="6865158" cy="5148869"/>
          </a:xfrm>
          <a:prstGeom prst="rect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5816265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0303D4-4C23-4175-B2A4-214390C0A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6" y="79744"/>
            <a:ext cx="1153633" cy="115363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952DB12-C28D-49B0-8B25-29584CBBA89D}"/>
              </a:ext>
            </a:extLst>
          </p:cNvPr>
          <p:cNvCxnSpPr>
            <a:cxnSpLocks/>
          </p:cNvCxnSpPr>
          <p:nvPr/>
        </p:nvCxnSpPr>
        <p:spPr>
          <a:xfrm>
            <a:off x="0" y="1066898"/>
            <a:ext cx="4134196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D3CD0A-EE5C-4482-A746-F86DB7EB55F9}"/>
              </a:ext>
            </a:extLst>
          </p:cNvPr>
          <p:cNvSpPr txBox="1"/>
          <p:nvPr/>
        </p:nvSpPr>
        <p:spPr>
          <a:xfrm>
            <a:off x="933553" y="501008"/>
            <a:ext cx="366061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800" dirty="0">
                <a:solidFill>
                  <a:schemeClr val="accent1">
                    <a:lumMod val="50000"/>
                  </a:schemeClr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팀원 소개</a:t>
            </a:r>
            <a:endParaRPr lang="en-US" altLang="ko-KR" sz="2800" dirty="0">
              <a:solidFill>
                <a:schemeClr val="accent1">
                  <a:lumMod val="50000"/>
                </a:schemeClr>
              </a:solidFill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6D96CF-2735-434B-83E6-36101946790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-51050"/>
            <a:ext cx="933450" cy="9334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45812D1-AE2D-43DE-B851-ECC57F2ED245}"/>
              </a:ext>
            </a:extLst>
          </p:cNvPr>
          <p:cNvSpPr/>
          <p:nvPr/>
        </p:nvSpPr>
        <p:spPr>
          <a:xfrm>
            <a:off x="339005" y="2100052"/>
            <a:ext cx="1940557" cy="3076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97426A4-1798-4BAD-83D7-9299A33A0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23" y="2324034"/>
            <a:ext cx="1265510" cy="1265510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52F429-5652-4DA8-ADDB-8AD7E89B99AB}"/>
              </a:ext>
            </a:extLst>
          </p:cNvPr>
          <p:cNvSpPr/>
          <p:nvPr/>
        </p:nvSpPr>
        <p:spPr>
          <a:xfrm>
            <a:off x="2731677" y="2100052"/>
            <a:ext cx="1940557" cy="3076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826D2A-35A1-4C5D-8DDA-772023EEFC96}"/>
              </a:ext>
            </a:extLst>
          </p:cNvPr>
          <p:cNvSpPr/>
          <p:nvPr/>
        </p:nvSpPr>
        <p:spPr>
          <a:xfrm>
            <a:off x="5124079" y="2100052"/>
            <a:ext cx="1940557" cy="3076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95E69E1-F3A1-43F9-AF4A-702EC84971F6}"/>
              </a:ext>
            </a:extLst>
          </p:cNvPr>
          <p:cNvSpPr/>
          <p:nvPr/>
        </p:nvSpPr>
        <p:spPr>
          <a:xfrm>
            <a:off x="7516481" y="2100052"/>
            <a:ext cx="1940557" cy="3076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BB417B-C525-41F3-841F-807260C10928}"/>
              </a:ext>
            </a:extLst>
          </p:cNvPr>
          <p:cNvSpPr/>
          <p:nvPr/>
        </p:nvSpPr>
        <p:spPr>
          <a:xfrm>
            <a:off x="9912438" y="2100052"/>
            <a:ext cx="1940557" cy="30760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B76C60-53A4-4574-B5CF-1BDA6B31B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004" y="2324034"/>
            <a:ext cx="1265510" cy="1265510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C70000-1018-40A4-8F9F-C5CFCA46C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200" y="2324034"/>
            <a:ext cx="1265510" cy="1265510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CF20114-6BA2-4E36-88A4-E5D5EFFA0E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1602" y="2324034"/>
            <a:ext cx="1265510" cy="1265510"/>
          </a:xfrm>
          <a:prstGeom prst="ellipse">
            <a:avLst/>
          </a:prstGeom>
          <a:ln w="63500" cap="rnd">
            <a:noFill/>
          </a:ln>
          <a:effectLst/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B9EBE07-31BF-4563-9046-7B26C7B1AE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961" y="2324034"/>
            <a:ext cx="1265510" cy="1265510"/>
          </a:xfrm>
          <a:prstGeom prst="ellipse">
            <a:avLst/>
          </a:prstGeom>
          <a:ln w="63500" cap="rnd">
            <a:noFill/>
          </a:ln>
          <a:effectLst/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AFA9829-E4D4-4C6A-8C48-579AFB5AAA60}"/>
              </a:ext>
            </a:extLst>
          </p:cNvPr>
          <p:cNvSpPr txBox="1"/>
          <p:nvPr/>
        </p:nvSpPr>
        <p:spPr>
          <a:xfrm>
            <a:off x="544872" y="4164472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BE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DBD255-781E-4C8B-A303-7063A1D94486}"/>
              </a:ext>
            </a:extLst>
          </p:cNvPr>
          <p:cNvSpPr txBox="1"/>
          <p:nvPr/>
        </p:nvSpPr>
        <p:spPr>
          <a:xfrm>
            <a:off x="1407346" y="4164472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AI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5DD20-2AA5-4463-8CDB-0E007777E212}"/>
              </a:ext>
            </a:extLst>
          </p:cNvPr>
          <p:cNvSpPr txBox="1"/>
          <p:nvPr/>
        </p:nvSpPr>
        <p:spPr>
          <a:xfrm>
            <a:off x="2943418" y="4164472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AI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CE550D-5324-417C-9E13-C3118984F8ED}"/>
              </a:ext>
            </a:extLst>
          </p:cNvPr>
          <p:cNvSpPr txBox="1"/>
          <p:nvPr/>
        </p:nvSpPr>
        <p:spPr>
          <a:xfrm>
            <a:off x="3805892" y="4163004"/>
            <a:ext cx="656607" cy="37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INFRA</a:t>
            </a:r>
            <a:endParaRPr lang="ko-KR" altLang="en-US" sz="12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011609-AA96-43AC-B63C-945CA4866200}"/>
              </a:ext>
            </a:extLst>
          </p:cNvPr>
          <p:cNvSpPr txBox="1"/>
          <p:nvPr/>
        </p:nvSpPr>
        <p:spPr>
          <a:xfrm>
            <a:off x="5338463" y="4164472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EM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76319A-10D3-47B5-893D-EE5EEC41C6C8}"/>
              </a:ext>
            </a:extLst>
          </p:cNvPr>
          <p:cNvSpPr txBox="1"/>
          <p:nvPr/>
        </p:nvSpPr>
        <p:spPr>
          <a:xfrm>
            <a:off x="6209454" y="4163004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HW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795116-9B52-492C-A46D-FDE4849448D8}"/>
              </a:ext>
            </a:extLst>
          </p:cNvPr>
          <p:cNvSpPr txBox="1"/>
          <p:nvPr/>
        </p:nvSpPr>
        <p:spPr>
          <a:xfrm>
            <a:off x="8158455" y="4163004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FE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363D55-6A7C-421F-9CD6-06CA8DE92B48}"/>
              </a:ext>
            </a:extLst>
          </p:cNvPr>
          <p:cNvSpPr txBox="1"/>
          <p:nvPr/>
        </p:nvSpPr>
        <p:spPr>
          <a:xfrm>
            <a:off x="10554412" y="4163004"/>
            <a:ext cx="65660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FE</a:t>
            </a:r>
            <a:endParaRPr lang="ko-KR" altLang="en-US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1405983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AD16C-3CAE-427B-BFFB-810D885D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124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altLang="ko-KR" sz="9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Q </a:t>
            </a:r>
            <a:r>
              <a:rPr lang="en-US" altLang="ko-KR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&amp;</a:t>
            </a:r>
            <a:r>
              <a:rPr lang="en-US" altLang="ko-KR" sz="96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 A</a:t>
            </a:r>
            <a:endParaRPr lang="ko-KR" altLang="en-US" sz="96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74EBB225-E3D4-42AE-AE30-68C1B8A56B84}"/>
              </a:ext>
            </a:extLst>
          </p:cNvPr>
          <p:cNvSpPr/>
          <p:nvPr/>
        </p:nvSpPr>
        <p:spPr>
          <a:xfrm rot="16200000">
            <a:off x="6031200" y="2410212"/>
            <a:ext cx="129600" cy="3343593"/>
          </a:xfrm>
          <a:custGeom>
            <a:avLst/>
            <a:gdLst/>
            <a:ahLst/>
            <a:cxnLst/>
            <a:rect l="l" t="t" r="r" b="b"/>
            <a:pathLst>
              <a:path w="3454" h="131032">
                <a:moveTo>
                  <a:pt x="1727" y="0"/>
                </a:moveTo>
                <a:lnTo>
                  <a:pt x="1727" y="0"/>
                </a:lnTo>
                <a:cubicBezTo>
                  <a:pt x="2681" y="0"/>
                  <a:pt x="3454" y="773"/>
                  <a:pt x="3454" y="1727"/>
                </a:cubicBezTo>
                <a:lnTo>
                  <a:pt x="3454" y="129305"/>
                </a:lnTo>
                <a:cubicBezTo>
                  <a:pt x="3454" y="129763"/>
                  <a:pt x="3272" y="130203"/>
                  <a:pt x="2948" y="130527"/>
                </a:cubicBezTo>
                <a:cubicBezTo>
                  <a:pt x="2625" y="130850"/>
                  <a:pt x="2185" y="131032"/>
                  <a:pt x="1727" y="131032"/>
                </a:cubicBezTo>
                <a:lnTo>
                  <a:pt x="1727" y="131032"/>
                </a:lnTo>
                <a:cubicBezTo>
                  <a:pt x="1269" y="131032"/>
                  <a:pt x="830" y="130850"/>
                  <a:pt x="506" y="130527"/>
                </a:cubicBezTo>
                <a:cubicBezTo>
                  <a:pt x="182" y="130203"/>
                  <a:pt x="0" y="129763"/>
                  <a:pt x="0" y="129305"/>
                </a:cubicBezTo>
                <a:lnTo>
                  <a:pt x="0" y="1727"/>
                </a:lnTo>
                <a:cubicBezTo>
                  <a:pt x="0" y="1269"/>
                  <a:pt x="182" y="830"/>
                  <a:pt x="506" y="506"/>
                </a:cubicBezTo>
                <a:cubicBezTo>
                  <a:pt x="830" y="182"/>
                  <a:pt x="1269" y="0"/>
                  <a:pt x="1727" y="0"/>
                </a:cubicBezTo>
                <a:close/>
              </a:path>
            </a:pathLst>
          </a:custGeom>
          <a:solidFill>
            <a:schemeClr val="accent4"/>
          </a:solidFill>
          <a:ln cap="sq">
            <a:solidFill>
              <a:schemeClr val="accent4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A5791E-BCC4-4F6F-9B41-4BE55258FE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59245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75425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AD16C-3CAE-427B-BFFB-810D885D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0" y="2766218"/>
            <a:ext cx="408305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6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74EBB225-E3D4-42AE-AE30-68C1B8A56B84}"/>
              </a:ext>
            </a:extLst>
          </p:cNvPr>
          <p:cNvSpPr/>
          <p:nvPr/>
        </p:nvSpPr>
        <p:spPr>
          <a:xfrm rot="16200000">
            <a:off x="6707607" y="1966454"/>
            <a:ext cx="110289" cy="3868898"/>
          </a:xfrm>
          <a:custGeom>
            <a:avLst/>
            <a:gdLst/>
            <a:ahLst/>
            <a:cxnLst/>
            <a:rect l="l" t="t" r="r" b="b"/>
            <a:pathLst>
              <a:path w="3454" h="131032">
                <a:moveTo>
                  <a:pt x="1727" y="0"/>
                </a:moveTo>
                <a:lnTo>
                  <a:pt x="1727" y="0"/>
                </a:lnTo>
                <a:cubicBezTo>
                  <a:pt x="2681" y="0"/>
                  <a:pt x="3454" y="773"/>
                  <a:pt x="3454" y="1727"/>
                </a:cubicBezTo>
                <a:lnTo>
                  <a:pt x="3454" y="129305"/>
                </a:lnTo>
                <a:cubicBezTo>
                  <a:pt x="3454" y="129763"/>
                  <a:pt x="3272" y="130203"/>
                  <a:pt x="2948" y="130527"/>
                </a:cubicBezTo>
                <a:cubicBezTo>
                  <a:pt x="2625" y="130850"/>
                  <a:pt x="2185" y="131032"/>
                  <a:pt x="1727" y="131032"/>
                </a:cubicBezTo>
                <a:lnTo>
                  <a:pt x="1727" y="131032"/>
                </a:lnTo>
                <a:cubicBezTo>
                  <a:pt x="1269" y="131032"/>
                  <a:pt x="830" y="130850"/>
                  <a:pt x="506" y="130527"/>
                </a:cubicBezTo>
                <a:cubicBezTo>
                  <a:pt x="182" y="130203"/>
                  <a:pt x="0" y="129763"/>
                  <a:pt x="0" y="129305"/>
                </a:cubicBezTo>
                <a:lnTo>
                  <a:pt x="0" y="1727"/>
                </a:lnTo>
                <a:cubicBezTo>
                  <a:pt x="0" y="1269"/>
                  <a:pt x="182" y="830"/>
                  <a:pt x="506" y="506"/>
                </a:cubicBezTo>
                <a:cubicBezTo>
                  <a:pt x="830" y="182"/>
                  <a:pt x="1269" y="0"/>
                  <a:pt x="1727" y="0"/>
                </a:cubicBezTo>
                <a:close/>
              </a:path>
            </a:pathLst>
          </a:custGeom>
          <a:solidFill>
            <a:schemeClr val="accent4"/>
          </a:solidFill>
          <a:ln cap="sq">
            <a:solidFill>
              <a:schemeClr val="accent4"/>
            </a:solidFill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83AF8B-B7F5-41C1-9FE8-AAF0B8432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2093116"/>
            <a:ext cx="2505952" cy="25059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A24316-6E1E-4252-BA96-EE46675F4C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550" y="592455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857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2565</TotalTime>
  <Words>469</Words>
  <Application>Microsoft Office PowerPoint</Application>
  <PresentationFormat>와이드스크린</PresentationFormat>
  <Paragraphs>213</Paragraphs>
  <Slides>60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7" baseType="lpstr">
      <vt:lpstr>G마켓 산스 TTF Medium</vt:lpstr>
      <vt:lpstr>배달의민족 도현</vt:lpstr>
      <vt:lpstr>G마켓 산스 TTF Bold</vt:lpstr>
      <vt:lpstr>나눔고딕 ExtraBold</vt:lpstr>
      <vt:lpstr>맑은 고딕</vt:lpstr>
      <vt:lpstr>Arial</vt:lpstr>
      <vt:lpstr>Office 테마</vt:lpstr>
      <vt:lpstr>JIPCHAK</vt:lpstr>
      <vt:lpstr>JIPCHAK</vt:lpstr>
      <vt:lpstr>JIPCHAK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Q &amp; A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김상연 김상연</dc:creator>
  <cp:lastModifiedBy>김상연 김상연</cp:lastModifiedBy>
  <cp:revision>216</cp:revision>
  <dcterms:created xsi:type="dcterms:W3CDTF">2026-05-19T04:11:21Z</dcterms:created>
  <dcterms:modified xsi:type="dcterms:W3CDTF">2026-05-21T00:18:55Z</dcterms:modified>
</cp:coreProperties>
</file>